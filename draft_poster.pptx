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66" d="100"/>
          <a:sy n="66" d="100"/>
        </p:scale>
        <p:origin x="653" y="-6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 Box 138">
            <a:extLst>
              <a:ext uri="{FF2B5EF4-FFF2-40B4-BE49-F238E27FC236}">
                <a16:creationId xmlns:a16="http://schemas.microsoft.com/office/drawing/2014/main" id="{5567DAB8-D21D-4848-AF0E-5BB5E7425CEE}"/>
              </a:ext>
            </a:extLst>
          </p:cNvPr>
          <p:cNvSpPr txBox="1">
            <a:spLocks noChangeArrowheads="1"/>
          </p:cNvSpPr>
          <p:nvPr/>
        </p:nvSpPr>
        <p:spPr bwMode="auto">
          <a:xfrm>
            <a:off x="-3218181" y="-14023157"/>
            <a:ext cx="21396326" cy="1877649"/>
          </a:xfrm>
          <a:prstGeom prst="rect">
            <a:avLst/>
          </a:prstGeom>
          <a:no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US" altLang="en-US" sz="9600" b="1" kern="0" dirty="0">
                <a:solidFill>
                  <a:srgbClr val="FF0000"/>
                </a:solidFill>
                <a:latin typeface="TH SarabunPSK" panose="020B0500040200020003" pitchFamily="34" charset="-34"/>
                <a:cs typeface="TH SarabunPSK" panose="020B0500040200020003" pitchFamily="34" charset="-34"/>
              </a:rPr>
              <a:t> </a:t>
            </a:r>
            <a:r>
              <a:rPr lang="en-US" altLang="en-US" sz="8000" b="1" kern="0" dirty="0">
                <a:solidFill>
                  <a:srgbClr val="6D1537"/>
                </a:solidFill>
                <a:latin typeface="Times New Roman" panose="02020603050405020304" pitchFamily="18" charset="0"/>
                <a:cs typeface="Times New Roman" panose="02020603050405020304" pitchFamily="18" charset="0"/>
              </a:rPr>
              <a:t>ICA SP-CON 2020</a:t>
            </a:r>
          </a:p>
        </p:txBody>
      </p:sp>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396326"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89510950"/>
              </p:ext>
            </p:extLst>
          </p:nvPr>
        </p:nvGraphicFramePr>
        <p:xfrm>
          <a:off x="79939" y="4419130"/>
          <a:ext cx="10609404" cy="1063680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baseline="0" dirty="0">
                          <a:latin typeface="TH SarabunPSK" panose="020B0500040200020003" pitchFamily="34" charset="-34"/>
                          <a:cs typeface="TH SarabunPSK" panose="020B0500040200020003" pitchFamily="34" charset="-34"/>
                        </a:rPr>
                        <a:t>. </a:t>
                      </a:r>
                      <a:r>
                        <a:rPr lang="en-GB" sz="3200" i="0" dirty="0">
                          <a:latin typeface="TH SarabunPSK" panose="020B0500040200020003" pitchFamily="34" charset="-34"/>
                          <a:cs typeface="TH SarabunPSK" panose="020B0500040200020003" pitchFamily="34" charset="-34"/>
                        </a:rPr>
                        <a:t>These platforms have been linked with automatic activation of the Cardiac Catheterization Lab </a:t>
                      </a:r>
                      <a:r>
                        <a:rPr lang="en-GB" sz="3200" i="0" baseline="30000" dirty="0">
                          <a:solidFill>
                            <a:srgbClr val="0070C0"/>
                          </a:solidFill>
                          <a:latin typeface="TH SarabunPSK" panose="020B0500040200020003" pitchFamily="34" charset="-34"/>
                          <a:cs typeface="TH SarabunPSK" panose="020B0500040200020003" pitchFamily="34" charset="-34"/>
                        </a:rPr>
                        <a:t>2</a:t>
                      </a:r>
                      <a:r>
                        <a:rPr lang="en-GB" sz="3200" i="0" dirty="0">
                          <a:latin typeface="TH SarabunPSK" panose="020B0500040200020003" pitchFamily="34" charset="-34"/>
                          <a:cs typeface="TH SarabunPSK" panose="020B0500040200020003" pitchFamily="34" charset="-34"/>
                        </a:rPr>
                        <a:t>.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Essentially this is two 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highlight>
                            <a:srgbClr val="FF0000"/>
                          </a:highlight>
                          <a:latin typeface="TH SarabunPSK" panose="020B0500040200020003" pitchFamily="34" charset="-34"/>
                          <a:cs typeface="TH SarabunPSK" panose="020B0500040200020003" pitchFamily="34" charset="-34"/>
                        </a:rPr>
                        <a:t>In previous work …., citations, </a:t>
                      </a:r>
                      <a:endParaRPr sz="2800" i="0" dirty="0">
                        <a:highlight>
                          <a:srgbClr val="FF0000"/>
                        </a:highlight>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4010524944"/>
              </p:ext>
            </p:extLst>
          </p:nvPr>
        </p:nvGraphicFramePr>
        <p:xfrm>
          <a:off x="-2" y="16714475"/>
          <a:ext cx="10609404" cy="446913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 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54875809"/>
              </p:ext>
            </p:extLst>
          </p:nvPr>
        </p:nvGraphicFramePr>
        <p:xfrm>
          <a:off x="10637041" y="18533623"/>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571992389"/>
              </p:ext>
            </p:extLst>
          </p:nvPr>
        </p:nvGraphicFramePr>
        <p:xfrm>
          <a:off x="10698162" y="20899120"/>
          <a:ext cx="10534077" cy="8108644"/>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4.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May 2024, Pages 229–234, https://doi.org/10.1093/ehjdh/ztae008</a:t>
                      </a:r>
                      <a:endParaRPr lang="en-ZA" sz="24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609255569"/>
              </p:ext>
            </p:extLst>
          </p:nvPr>
        </p:nvGraphicFramePr>
        <p:xfrm>
          <a:off x="-1" y="21168991"/>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20" y="2884736"/>
            <a:ext cx="1665393" cy="15537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02053" y="2865421"/>
            <a:ext cx="1665393" cy="155370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13399010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37041" y="11775311"/>
            <a:ext cx="10534077" cy="6421804"/>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1589</TotalTime>
  <Words>861</Words>
  <Application>Microsoft Office PowerPoint</Application>
  <PresentationFormat>Custom</PresentationFormat>
  <Paragraphs>72</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TH SarabunPSK</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43</cp:revision>
  <dcterms:created xsi:type="dcterms:W3CDTF">2020-03-30T16:23:10Z</dcterms:created>
  <dcterms:modified xsi:type="dcterms:W3CDTF">2025-10-24T13:16:38Z</dcterms:modified>
</cp:coreProperties>
</file>