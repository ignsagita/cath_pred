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1396325" cy="302672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1537"/>
    <a:srgbClr val="660066"/>
    <a:srgbClr val="ECD9FF"/>
    <a:srgbClr val="960096"/>
    <a:srgbClr val="DEBDFF"/>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42" autoAdjust="0"/>
    <p:restoredTop sz="94660"/>
  </p:normalViewPr>
  <p:slideViewPr>
    <p:cSldViewPr snapToGrid="0">
      <p:cViewPr>
        <p:scale>
          <a:sx n="33" d="100"/>
          <a:sy n="33" d="100"/>
        </p:scale>
        <p:origin x="1574" y="-2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725" y="4953466"/>
            <a:ext cx="18186876" cy="10537496"/>
          </a:xfrm>
        </p:spPr>
        <p:txBody>
          <a:bodyPr anchor="b"/>
          <a:lstStyle>
            <a:lvl1pPr algn="ctr">
              <a:defRPr sz="14039"/>
            </a:lvl1pPr>
          </a:lstStyle>
          <a:p>
            <a:r>
              <a:rPr lang="en-US"/>
              <a:t>Click to edit Master title style</a:t>
            </a:r>
            <a:endParaRPr lang="en-US" dirty="0"/>
          </a:p>
        </p:txBody>
      </p:sp>
      <p:sp>
        <p:nvSpPr>
          <p:cNvPr id="3" name="Subtitle 2"/>
          <p:cNvSpPr>
            <a:spLocks noGrp="1"/>
          </p:cNvSpPr>
          <p:nvPr>
            <p:ph type="subTitle" idx="1"/>
          </p:nvPr>
        </p:nvSpPr>
        <p:spPr>
          <a:xfrm>
            <a:off x="2674541" y="15897328"/>
            <a:ext cx="16047244" cy="7307583"/>
          </a:xfrm>
        </p:spPr>
        <p:txBody>
          <a:bodyPr/>
          <a:lstStyle>
            <a:lvl1pPr marL="0" indent="0" algn="ctr">
              <a:buNone/>
              <a:defRPr sz="5616"/>
            </a:lvl1pPr>
            <a:lvl2pPr marL="1069802" indent="0" algn="ctr">
              <a:buNone/>
              <a:defRPr sz="4680"/>
            </a:lvl2pPr>
            <a:lvl3pPr marL="2139605" indent="0" algn="ctr">
              <a:buNone/>
              <a:defRPr sz="4212"/>
            </a:lvl3pPr>
            <a:lvl4pPr marL="3209407" indent="0" algn="ctr">
              <a:buNone/>
              <a:defRPr sz="3744"/>
            </a:lvl4pPr>
            <a:lvl5pPr marL="4279209" indent="0" algn="ctr">
              <a:buNone/>
              <a:defRPr sz="3744"/>
            </a:lvl5pPr>
            <a:lvl6pPr marL="5349011" indent="0" algn="ctr">
              <a:buNone/>
              <a:defRPr sz="3744"/>
            </a:lvl6pPr>
            <a:lvl7pPr marL="6418814" indent="0" algn="ctr">
              <a:buNone/>
              <a:defRPr sz="3744"/>
            </a:lvl7pPr>
            <a:lvl8pPr marL="7488616" indent="0" algn="ctr">
              <a:buNone/>
              <a:defRPr sz="3744"/>
            </a:lvl8pPr>
            <a:lvl9pPr marL="8558418" indent="0" algn="ctr">
              <a:buNone/>
              <a:defRPr sz="374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D56EB1-F2BE-4898-8B6B-5560BA3C98FF}"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8226E-6F6F-421E-BF18-E035E0E25A9C}" type="slidenum">
              <a:rPr lang="en-US" smtClean="0"/>
              <a:t>‹#›</a:t>
            </a:fld>
            <a:endParaRPr lang="en-US"/>
          </a:p>
        </p:txBody>
      </p:sp>
    </p:spTree>
    <p:extLst>
      <p:ext uri="{BB962C8B-B14F-4D97-AF65-F5344CB8AC3E}">
        <p14:creationId xmlns:p14="http://schemas.microsoft.com/office/powerpoint/2010/main" val="2948504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D56EB1-F2BE-4898-8B6B-5560BA3C98FF}"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8226E-6F6F-421E-BF18-E035E0E25A9C}" type="slidenum">
              <a:rPr lang="en-US" smtClean="0"/>
              <a:t>‹#›</a:t>
            </a:fld>
            <a:endParaRPr lang="en-US"/>
          </a:p>
        </p:txBody>
      </p:sp>
    </p:spTree>
    <p:extLst>
      <p:ext uri="{BB962C8B-B14F-4D97-AF65-F5344CB8AC3E}">
        <p14:creationId xmlns:p14="http://schemas.microsoft.com/office/powerpoint/2010/main" val="934585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9855" y="7545809"/>
            <a:ext cx="18454330" cy="12590343"/>
          </a:xfrm>
        </p:spPr>
        <p:txBody>
          <a:bodyPr anchor="b"/>
          <a:lstStyle>
            <a:lvl1pPr>
              <a:defRPr sz="14039"/>
            </a:lvl1pPr>
          </a:lstStyle>
          <a:p>
            <a:r>
              <a:rPr lang="en-US"/>
              <a:t>Click to edit Master title style</a:t>
            </a:r>
            <a:endParaRPr lang="en-US" dirty="0"/>
          </a:p>
        </p:txBody>
      </p:sp>
      <p:sp>
        <p:nvSpPr>
          <p:cNvPr id="3" name="Text Placeholder 2"/>
          <p:cNvSpPr>
            <a:spLocks noGrp="1"/>
          </p:cNvSpPr>
          <p:nvPr>
            <p:ph type="body" idx="1"/>
          </p:nvPr>
        </p:nvSpPr>
        <p:spPr>
          <a:xfrm>
            <a:off x="1459855" y="20255262"/>
            <a:ext cx="18454330" cy="6620964"/>
          </a:xfrm>
        </p:spPr>
        <p:txBody>
          <a:bodyPr/>
          <a:lstStyle>
            <a:lvl1pPr marL="0" indent="0">
              <a:buNone/>
              <a:defRPr sz="5616">
                <a:solidFill>
                  <a:schemeClr val="tx1"/>
                </a:solidFill>
              </a:defRPr>
            </a:lvl1pPr>
            <a:lvl2pPr marL="1069802" indent="0">
              <a:buNone/>
              <a:defRPr sz="4680">
                <a:solidFill>
                  <a:schemeClr val="tx1">
                    <a:tint val="75000"/>
                  </a:schemeClr>
                </a:solidFill>
              </a:defRPr>
            </a:lvl2pPr>
            <a:lvl3pPr marL="2139605" indent="0">
              <a:buNone/>
              <a:defRPr sz="4212">
                <a:solidFill>
                  <a:schemeClr val="tx1">
                    <a:tint val="75000"/>
                  </a:schemeClr>
                </a:solidFill>
              </a:defRPr>
            </a:lvl3pPr>
            <a:lvl4pPr marL="3209407" indent="0">
              <a:buNone/>
              <a:defRPr sz="3744">
                <a:solidFill>
                  <a:schemeClr val="tx1">
                    <a:tint val="75000"/>
                  </a:schemeClr>
                </a:solidFill>
              </a:defRPr>
            </a:lvl4pPr>
            <a:lvl5pPr marL="4279209" indent="0">
              <a:buNone/>
              <a:defRPr sz="3744">
                <a:solidFill>
                  <a:schemeClr val="tx1">
                    <a:tint val="75000"/>
                  </a:schemeClr>
                </a:solidFill>
              </a:defRPr>
            </a:lvl5pPr>
            <a:lvl6pPr marL="5349011" indent="0">
              <a:buNone/>
              <a:defRPr sz="3744">
                <a:solidFill>
                  <a:schemeClr val="tx1">
                    <a:tint val="75000"/>
                  </a:schemeClr>
                </a:solidFill>
              </a:defRPr>
            </a:lvl6pPr>
            <a:lvl7pPr marL="6418814" indent="0">
              <a:buNone/>
              <a:defRPr sz="3744">
                <a:solidFill>
                  <a:schemeClr val="tx1">
                    <a:tint val="75000"/>
                  </a:schemeClr>
                </a:solidFill>
              </a:defRPr>
            </a:lvl7pPr>
            <a:lvl8pPr marL="7488616" indent="0">
              <a:buNone/>
              <a:defRPr sz="3744">
                <a:solidFill>
                  <a:schemeClr val="tx1">
                    <a:tint val="75000"/>
                  </a:schemeClr>
                </a:solidFill>
              </a:defRPr>
            </a:lvl8pPr>
            <a:lvl9pPr marL="8558418" indent="0">
              <a:buNone/>
              <a:defRPr sz="37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D56EB1-F2BE-4898-8B6B-5560BA3C98FF}"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8226E-6F6F-421E-BF18-E035E0E25A9C}" type="slidenum">
              <a:rPr lang="en-US" smtClean="0"/>
              <a:t>‹#›</a:t>
            </a:fld>
            <a:endParaRPr lang="en-US"/>
          </a:p>
        </p:txBody>
      </p:sp>
    </p:spTree>
    <p:extLst>
      <p:ext uri="{BB962C8B-B14F-4D97-AF65-F5344CB8AC3E}">
        <p14:creationId xmlns:p14="http://schemas.microsoft.com/office/powerpoint/2010/main" val="1870783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997" y="8057261"/>
            <a:ext cx="9093438" cy="192043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31890" y="8057261"/>
            <a:ext cx="9093438" cy="192043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D56EB1-F2BE-4898-8B6B-5560BA3C98FF}"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28226E-6F6F-421E-BF18-E035E0E25A9C}" type="slidenum">
              <a:rPr lang="en-US" smtClean="0"/>
              <a:t>‹#›</a:t>
            </a:fld>
            <a:endParaRPr lang="en-US"/>
          </a:p>
        </p:txBody>
      </p:sp>
    </p:spTree>
    <p:extLst>
      <p:ext uri="{BB962C8B-B14F-4D97-AF65-F5344CB8AC3E}">
        <p14:creationId xmlns:p14="http://schemas.microsoft.com/office/powerpoint/2010/main" val="4230961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3784" y="1611459"/>
            <a:ext cx="18454330" cy="5850274"/>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3787" y="7419688"/>
            <a:ext cx="9051647" cy="3636275"/>
          </a:xfrm>
        </p:spPr>
        <p:txBody>
          <a:bodyPr anchor="b"/>
          <a:lstStyle>
            <a:lvl1pPr marL="0" indent="0">
              <a:buNone/>
              <a:defRPr sz="5616" b="1"/>
            </a:lvl1pPr>
            <a:lvl2pPr marL="1069802" indent="0">
              <a:buNone/>
              <a:defRPr sz="4680" b="1"/>
            </a:lvl2pPr>
            <a:lvl3pPr marL="2139605" indent="0">
              <a:buNone/>
              <a:defRPr sz="4212" b="1"/>
            </a:lvl3pPr>
            <a:lvl4pPr marL="3209407" indent="0">
              <a:buNone/>
              <a:defRPr sz="3744" b="1"/>
            </a:lvl4pPr>
            <a:lvl5pPr marL="4279209" indent="0">
              <a:buNone/>
              <a:defRPr sz="3744" b="1"/>
            </a:lvl5pPr>
            <a:lvl6pPr marL="5349011" indent="0">
              <a:buNone/>
              <a:defRPr sz="3744" b="1"/>
            </a:lvl6pPr>
            <a:lvl7pPr marL="6418814" indent="0">
              <a:buNone/>
              <a:defRPr sz="3744" b="1"/>
            </a:lvl7pPr>
            <a:lvl8pPr marL="7488616" indent="0">
              <a:buNone/>
              <a:defRPr sz="3744" b="1"/>
            </a:lvl8pPr>
            <a:lvl9pPr marL="8558418" indent="0">
              <a:buNone/>
              <a:defRPr sz="3744" b="1"/>
            </a:lvl9pPr>
          </a:lstStyle>
          <a:p>
            <a:pPr lvl="0"/>
            <a:r>
              <a:rPr lang="en-US"/>
              <a:t>Click to edit Master text styles</a:t>
            </a:r>
          </a:p>
        </p:txBody>
      </p:sp>
      <p:sp>
        <p:nvSpPr>
          <p:cNvPr id="4" name="Content Placeholder 3"/>
          <p:cNvSpPr>
            <a:spLocks noGrp="1"/>
          </p:cNvSpPr>
          <p:nvPr>
            <p:ph sz="half" idx="2"/>
          </p:nvPr>
        </p:nvSpPr>
        <p:spPr>
          <a:xfrm>
            <a:off x="1473787" y="11055963"/>
            <a:ext cx="9051647" cy="16261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31891" y="7419688"/>
            <a:ext cx="9096225" cy="3636275"/>
          </a:xfrm>
        </p:spPr>
        <p:txBody>
          <a:bodyPr anchor="b"/>
          <a:lstStyle>
            <a:lvl1pPr marL="0" indent="0">
              <a:buNone/>
              <a:defRPr sz="5616" b="1"/>
            </a:lvl1pPr>
            <a:lvl2pPr marL="1069802" indent="0">
              <a:buNone/>
              <a:defRPr sz="4680" b="1"/>
            </a:lvl2pPr>
            <a:lvl3pPr marL="2139605" indent="0">
              <a:buNone/>
              <a:defRPr sz="4212" b="1"/>
            </a:lvl3pPr>
            <a:lvl4pPr marL="3209407" indent="0">
              <a:buNone/>
              <a:defRPr sz="3744" b="1"/>
            </a:lvl4pPr>
            <a:lvl5pPr marL="4279209" indent="0">
              <a:buNone/>
              <a:defRPr sz="3744" b="1"/>
            </a:lvl5pPr>
            <a:lvl6pPr marL="5349011" indent="0">
              <a:buNone/>
              <a:defRPr sz="3744" b="1"/>
            </a:lvl6pPr>
            <a:lvl7pPr marL="6418814" indent="0">
              <a:buNone/>
              <a:defRPr sz="3744" b="1"/>
            </a:lvl7pPr>
            <a:lvl8pPr marL="7488616" indent="0">
              <a:buNone/>
              <a:defRPr sz="3744" b="1"/>
            </a:lvl8pPr>
            <a:lvl9pPr marL="8558418" indent="0">
              <a:buNone/>
              <a:defRPr sz="3744" b="1"/>
            </a:lvl9pPr>
          </a:lstStyle>
          <a:p>
            <a:pPr lvl="0"/>
            <a:r>
              <a:rPr lang="en-US"/>
              <a:t>Click to edit Master text styles</a:t>
            </a:r>
          </a:p>
        </p:txBody>
      </p:sp>
      <p:sp>
        <p:nvSpPr>
          <p:cNvPr id="6" name="Content Placeholder 5"/>
          <p:cNvSpPr>
            <a:spLocks noGrp="1"/>
          </p:cNvSpPr>
          <p:nvPr>
            <p:ph sz="quarter" idx="4"/>
          </p:nvPr>
        </p:nvSpPr>
        <p:spPr>
          <a:xfrm>
            <a:off x="10831891" y="11055963"/>
            <a:ext cx="9096225" cy="16261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D56EB1-F2BE-4898-8B6B-5560BA3C98FF}" type="datetimeFigureOut">
              <a:rPr lang="en-US" smtClean="0"/>
              <a:t>10/24/2025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28226E-6F6F-421E-BF18-E035E0E25A9C}" type="slidenum">
              <a:rPr lang="en-US" smtClean="0"/>
              <a:t>‹#›</a:t>
            </a:fld>
            <a:endParaRPr lang="en-US"/>
          </a:p>
        </p:txBody>
      </p:sp>
    </p:spTree>
    <p:extLst>
      <p:ext uri="{BB962C8B-B14F-4D97-AF65-F5344CB8AC3E}">
        <p14:creationId xmlns:p14="http://schemas.microsoft.com/office/powerpoint/2010/main" val="489701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D56EB1-F2BE-4898-8B6B-5560BA3C98FF}" type="datetimeFigureOut">
              <a:rPr lang="en-US" smtClean="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28226E-6F6F-421E-BF18-E035E0E25A9C}" type="slidenum">
              <a:rPr lang="en-US" smtClean="0"/>
              <a:t>‹#›</a:t>
            </a:fld>
            <a:endParaRPr lang="en-US"/>
          </a:p>
        </p:txBody>
      </p:sp>
    </p:spTree>
    <p:extLst>
      <p:ext uri="{BB962C8B-B14F-4D97-AF65-F5344CB8AC3E}">
        <p14:creationId xmlns:p14="http://schemas.microsoft.com/office/powerpoint/2010/main" val="2522131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D56EB1-F2BE-4898-8B6B-5560BA3C98FF}" type="datetimeFigureOut">
              <a:rPr lang="en-US" smtClean="0"/>
              <a:t>10/24/2025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28226E-6F6F-421E-BF18-E035E0E25A9C}" type="slidenum">
              <a:rPr lang="en-US" smtClean="0"/>
              <a:t>‹#›</a:t>
            </a:fld>
            <a:endParaRPr lang="en-US"/>
          </a:p>
        </p:txBody>
      </p:sp>
    </p:spTree>
    <p:extLst>
      <p:ext uri="{BB962C8B-B14F-4D97-AF65-F5344CB8AC3E}">
        <p14:creationId xmlns:p14="http://schemas.microsoft.com/office/powerpoint/2010/main" val="1651888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784" y="2017818"/>
            <a:ext cx="6900872" cy="7062364"/>
          </a:xfrm>
        </p:spPr>
        <p:txBody>
          <a:bodyPr anchor="b"/>
          <a:lstStyle>
            <a:lvl1pPr>
              <a:defRPr sz="7488"/>
            </a:lvl1pPr>
          </a:lstStyle>
          <a:p>
            <a:r>
              <a:rPr lang="en-US"/>
              <a:t>Click to edit Master title style</a:t>
            </a:r>
            <a:endParaRPr lang="en-US" dirty="0"/>
          </a:p>
        </p:txBody>
      </p:sp>
      <p:sp>
        <p:nvSpPr>
          <p:cNvPr id="3" name="Content Placeholder 2"/>
          <p:cNvSpPr>
            <a:spLocks noGrp="1"/>
          </p:cNvSpPr>
          <p:nvPr>
            <p:ph idx="1"/>
          </p:nvPr>
        </p:nvSpPr>
        <p:spPr>
          <a:xfrm>
            <a:off x="9096225" y="4357934"/>
            <a:ext cx="10831890" cy="21509383"/>
          </a:xfrm>
        </p:spPr>
        <p:txBody>
          <a:bodyPr/>
          <a:lstStyle>
            <a:lvl1pPr>
              <a:defRPr sz="7488"/>
            </a:lvl1pPr>
            <a:lvl2pPr>
              <a:defRPr sz="6552"/>
            </a:lvl2pPr>
            <a:lvl3pPr>
              <a:defRPr sz="5616"/>
            </a:lvl3pPr>
            <a:lvl4pPr>
              <a:defRPr sz="4680"/>
            </a:lvl4pPr>
            <a:lvl5pPr>
              <a:defRPr sz="4680"/>
            </a:lvl5pPr>
            <a:lvl6pPr>
              <a:defRPr sz="4680"/>
            </a:lvl6pPr>
            <a:lvl7pPr>
              <a:defRPr sz="4680"/>
            </a:lvl7pPr>
            <a:lvl8pPr>
              <a:defRPr sz="4680"/>
            </a:lvl8pPr>
            <a:lvl9pPr>
              <a:defRPr sz="4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3784" y="9080183"/>
            <a:ext cx="6900872" cy="16822161"/>
          </a:xfrm>
        </p:spPr>
        <p:txBody>
          <a:bodyPr/>
          <a:lstStyle>
            <a:lvl1pPr marL="0" indent="0">
              <a:buNone/>
              <a:defRPr sz="3744"/>
            </a:lvl1pPr>
            <a:lvl2pPr marL="1069802" indent="0">
              <a:buNone/>
              <a:defRPr sz="3276"/>
            </a:lvl2pPr>
            <a:lvl3pPr marL="2139605" indent="0">
              <a:buNone/>
              <a:defRPr sz="2808"/>
            </a:lvl3pPr>
            <a:lvl4pPr marL="3209407" indent="0">
              <a:buNone/>
              <a:defRPr sz="2340"/>
            </a:lvl4pPr>
            <a:lvl5pPr marL="4279209" indent="0">
              <a:buNone/>
              <a:defRPr sz="2340"/>
            </a:lvl5pPr>
            <a:lvl6pPr marL="5349011" indent="0">
              <a:buNone/>
              <a:defRPr sz="2340"/>
            </a:lvl6pPr>
            <a:lvl7pPr marL="6418814" indent="0">
              <a:buNone/>
              <a:defRPr sz="2340"/>
            </a:lvl7pPr>
            <a:lvl8pPr marL="7488616" indent="0">
              <a:buNone/>
              <a:defRPr sz="2340"/>
            </a:lvl8pPr>
            <a:lvl9pPr marL="8558418" indent="0">
              <a:buNone/>
              <a:defRPr sz="2340"/>
            </a:lvl9pPr>
          </a:lstStyle>
          <a:p>
            <a:pPr lvl="0"/>
            <a:r>
              <a:rPr lang="en-US"/>
              <a:t>Click to edit Master text styles</a:t>
            </a:r>
          </a:p>
        </p:txBody>
      </p:sp>
      <p:sp>
        <p:nvSpPr>
          <p:cNvPr id="5" name="Date Placeholder 4"/>
          <p:cNvSpPr>
            <a:spLocks noGrp="1"/>
          </p:cNvSpPr>
          <p:nvPr>
            <p:ph type="dt" sz="half" idx="10"/>
          </p:nvPr>
        </p:nvSpPr>
        <p:spPr/>
        <p:txBody>
          <a:bodyPr/>
          <a:lstStyle/>
          <a:p>
            <a:fld id="{C9D56EB1-F2BE-4898-8B6B-5560BA3C98FF}"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28226E-6F6F-421E-BF18-E035E0E25A9C}" type="slidenum">
              <a:rPr lang="en-US" smtClean="0"/>
              <a:t>‹#›</a:t>
            </a:fld>
            <a:endParaRPr lang="en-US"/>
          </a:p>
        </p:txBody>
      </p:sp>
    </p:spTree>
    <p:extLst>
      <p:ext uri="{BB962C8B-B14F-4D97-AF65-F5344CB8AC3E}">
        <p14:creationId xmlns:p14="http://schemas.microsoft.com/office/powerpoint/2010/main" val="154551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784" y="2017818"/>
            <a:ext cx="6900872" cy="7062364"/>
          </a:xfrm>
        </p:spPr>
        <p:txBody>
          <a:bodyPr anchor="b"/>
          <a:lstStyle>
            <a:lvl1pPr>
              <a:defRPr sz="7488"/>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6225" y="4357934"/>
            <a:ext cx="10831890" cy="21509383"/>
          </a:xfrm>
        </p:spPr>
        <p:txBody>
          <a:bodyPr anchor="t"/>
          <a:lstStyle>
            <a:lvl1pPr marL="0" indent="0">
              <a:buNone/>
              <a:defRPr sz="7488"/>
            </a:lvl1pPr>
            <a:lvl2pPr marL="1069802" indent="0">
              <a:buNone/>
              <a:defRPr sz="6552"/>
            </a:lvl2pPr>
            <a:lvl3pPr marL="2139605" indent="0">
              <a:buNone/>
              <a:defRPr sz="5616"/>
            </a:lvl3pPr>
            <a:lvl4pPr marL="3209407" indent="0">
              <a:buNone/>
              <a:defRPr sz="4680"/>
            </a:lvl4pPr>
            <a:lvl5pPr marL="4279209" indent="0">
              <a:buNone/>
              <a:defRPr sz="4680"/>
            </a:lvl5pPr>
            <a:lvl6pPr marL="5349011" indent="0">
              <a:buNone/>
              <a:defRPr sz="4680"/>
            </a:lvl6pPr>
            <a:lvl7pPr marL="6418814" indent="0">
              <a:buNone/>
              <a:defRPr sz="4680"/>
            </a:lvl7pPr>
            <a:lvl8pPr marL="7488616" indent="0">
              <a:buNone/>
              <a:defRPr sz="4680"/>
            </a:lvl8pPr>
            <a:lvl9pPr marL="8558418" indent="0">
              <a:buNone/>
              <a:defRPr sz="4680"/>
            </a:lvl9pPr>
          </a:lstStyle>
          <a:p>
            <a:r>
              <a:rPr lang="en-US"/>
              <a:t>Click icon to add picture</a:t>
            </a:r>
            <a:endParaRPr lang="en-US" dirty="0"/>
          </a:p>
        </p:txBody>
      </p:sp>
      <p:sp>
        <p:nvSpPr>
          <p:cNvPr id="4" name="Text Placeholder 3"/>
          <p:cNvSpPr>
            <a:spLocks noGrp="1"/>
          </p:cNvSpPr>
          <p:nvPr>
            <p:ph type="body" sz="half" idx="2"/>
          </p:nvPr>
        </p:nvSpPr>
        <p:spPr>
          <a:xfrm>
            <a:off x="1473784" y="9080183"/>
            <a:ext cx="6900872" cy="16822161"/>
          </a:xfrm>
        </p:spPr>
        <p:txBody>
          <a:bodyPr/>
          <a:lstStyle>
            <a:lvl1pPr marL="0" indent="0">
              <a:buNone/>
              <a:defRPr sz="3744"/>
            </a:lvl1pPr>
            <a:lvl2pPr marL="1069802" indent="0">
              <a:buNone/>
              <a:defRPr sz="3276"/>
            </a:lvl2pPr>
            <a:lvl3pPr marL="2139605" indent="0">
              <a:buNone/>
              <a:defRPr sz="2808"/>
            </a:lvl3pPr>
            <a:lvl4pPr marL="3209407" indent="0">
              <a:buNone/>
              <a:defRPr sz="2340"/>
            </a:lvl4pPr>
            <a:lvl5pPr marL="4279209" indent="0">
              <a:buNone/>
              <a:defRPr sz="2340"/>
            </a:lvl5pPr>
            <a:lvl6pPr marL="5349011" indent="0">
              <a:buNone/>
              <a:defRPr sz="2340"/>
            </a:lvl6pPr>
            <a:lvl7pPr marL="6418814" indent="0">
              <a:buNone/>
              <a:defRPr sz="2340"/>
            </a:lvl7pPr>
            <a:lvl8pPr marL="7488616" indent="0">
              <a:buNone/>
              <a:defRPr sz="2340"/>
            </a:lvl8pPr>
            <a:lvl9pPr marL="8558418" indent="0">
              <a:buNone/>
              <a:defRPr sz="2340"/>
            </a:lvl9pPr>
          </a:lstStyle>
          <a:p>
            <a:pPr lvl="0"/>
            <a:r>
              <a:rPr lang="en-US"/>
              <a:t>Click to edit Master text styles</a:t>
            </a:r>
          </a:p>
        </p:txBody>
      </p:sp>
      <p:sp>
        <p:nvSpPr>
          <p:cNvPr id="5" name="Date Placeholder 4"/>
          <p:cNvSpPr>
            <a:spLocks noGrp="1"/>
          </p:cNvSpPr>
          <p:nvPr>
            <p:ph type="dt" sz="half" idx="10"/>
          </p:nvPr>
        </p:nvSpPr>
        <p:spPr/>
        <p:txBody>
          <a:bodyPr/>
          <a:lstStyle/>
          <a:p>
            <a:fld id="{C9D56EB1-F2BE-4898-8B6B-5560BA3C98FF}"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28226E-6F6F-421E-BF18-E035E0E25A9C}" type="slidenum">
              <a:rPr lang="en-US" smtClean="0"/>
              <a:t>‹#›</a:t>
            </a:fld>
            <a:endParaRPr lang="en-US"/>
          </a:p>
        </p:txBody>
      </p:sp>
    </p:spTree>
    <p:extLst>
      <p:ext uri="{BB962C8B-B14F-4D97-AF65-F5344CB8AC3E}">
        <p14:creationId xmlns:p14="http://schemas.microsoft.com/office/powerpoint/2010/main" val="2851187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D56EB1-F2BE-4898-8B6B-5560BA3C98FF}"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8226E-6F6F-421E-BF18-E035E0E25A9C}" type="slidenum">
              <a:rPr lang="en-US" smtClean="0"/>
              <a:t>‹#›</a:t>
            </a:fld>
            <a:endParaRPr lang="en-US"/>
          </a:p>
        </p:txBody>
      </p:sp>
    </p:spTree>
    <p:extLst>
      <p:ext uri="{BB962C8B-B14F-4D97-AF65-F5344CB8AC3E}">
        <p14:creationId xmlns:p14="http://schemas.microsoft.com/office/powerpoint/2010/main" val="4256194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11746" y="1611452"/>
            <a:ext cx="4613583" cy="25650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998" y="1611452"/>
            <a:ext cx="13573294" cy="25650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D56EB1-F2BE-4898-8B6B-5560BA3C98FF}"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8226E-6F6F-421E-BF18-E035E0E25A9C}" type="slidenum">
              <a:rPr lang="en-US" smtClean="0"/>
              <a:t>‹#›</a:t>
            </a:fld>
            <a:endParaRPr lang="en-US"/>
          </a:p>
        </p:txBody>
      </p:sp>
    </p:spTree>
    <p:extLst>
      <p:ext uri="{BB962C8B-B14F-4D97-AF65-F5344CB8AC3E}">
        <p14:creationId xmlns:p14="http://schemas.microsoft.com/office/powerpoint/2010/main" val="602979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998" y="1611459"/>
            <a:ext cx="18454330" cy="585027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998" y="8057261"/>
            <a:ext cx="18454330" cy="192043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997" y="28053287"/>
            <a:ext cx="4814173" cy="1611452"/>
          </a:xfrm>
          <a:prstGeom prst="rect">
            <a:avLst/>
          </a:prstGeom>
        </p:spPr>
        <p:txBody>
          <a:bodyPr vert="horz" lIns="91440" tIns="45720" rIns="91440" bIns="45720" rtlCol="0" anchor="ctr"/>
          <a:lstStyle>
            <a:lvl1pPr algn="l">
              <a:defRPr sz="2808">
                <a:solidFill>
                  <a:schemeClr val="tx1">
                    <a:tint val="75000"/>
                  </a:schemeClr>
                </a:solidFill>
              </a:defRPr>
            </a:lvl1pPr>
          </a:lstStyle>
          <a:p>
            <a:fld id="{C9D56EB1-F2BE-4898-8B6B-5560BA3C98FF}" type="datetimeFigureOut">
              <a:rPr lang="en-US" smtClean="0"/>
              <a:t>10/24/2025</a:t>
            </a:fld>
            <a:endParaRPr lang="en-US"/>
          </a:p>
        </p:txBody>
      </p:sp>
      <p:sp>
        <p:nvSpPr>
          <p:cNvPr id="5" name="Footer Placeholder 4"/>
          <p:cNvSpPr>
            <a:spLocks noGrp="1"/>
          </p:cNvSpPr>
          <p:nvPr>
            <p:ph type="ftr" sz="quarter" idx="3"/>
          </p:nvPr>
        </p:nvSpPr>
        <p:spPr>
          <a:xfrm>
            <a:off x="7087533" y="28053287"/>
            <a:ext cx="7221260" cy="1611452"/>
          </a:xfrm>
          <a:prstGeom prst="rect">
            <a:avLst/>
          </a:prstGeom>
        </p:spPr>
        <p:txBody>
          <a:bodyPr vert="horz" lIns="91440" tIns="45720" rIns="91440" bIns="45720" rtlCol="0" anchor="ctr"/>
          <a:lstStyle>
            <a:lvl1pPr algn="ctr">
              <a:defRPr sz="280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111155" y="28053287"/>
            <a:ext cx="4814173" cy="1611452"/>
          </a:xfrm>
          <a:prstGeom prst="rect">
            <a:avLst/>
          </a:prstGeom>
        </p:spPr>
        <p:txBody>
          <a:bodyPr vert="horz" lIns="91440" tIns="45720" rIns="91440" bIns="45720" rtlCol="0" anchor="ctr"/>
          <a:lstStyle>
            <a:lvl1pPr algn="r">
              <a:defRPr sz="2808">
                <a:solidFill>
                  <a:schemeClr val="tx1">
                    <a:tint val="75000"/>
                  </a:schemeClr>
                </a:solidFill>
              </a:defRPr>
            </a:lvl1pPr>
          </a:lstStyle>
          <a:p>
            <a:fld id="{6828226E-6F6F-421E-BF18-E035E0E25A9C}" type="slidenum">
              <a:rPr lang="en-US" smtClean="0"/>
              <a:t>‹#›</a:t>
            </a:fld>
            <a:endParaRPr lang="en-US"/>
          </a:p>
        </p:txBody>
      </p:sp>
    </p:spTree>
    <p:extLst>
      <p:ext uri="{BB962C8B-B14F-4D97-AF65-F5344CB8AC3E}">
        <p14:creationId xmlns:p14="http://schemas.microsoft.com/office/powerpoint/2010/main" val="686556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39605" rtl="0" eaLnBrk="1" latinLnBrk="0" hangingPunct="1">
        <a:lnSpc>
          <a:spcPct val="90000"/>
        </a:lnSpc>
        <a:spcBef>
          <a:spcPct val="0"/>
        </a:spcBef>
        <a:buNone/>
        <a:defRPr sz="10296" kern="1200">
          <a:solidFill>
            <a:schemeClr val="tx1"/>
          </a:solidFill>
          <a:latin typeface="+mj-lt"/>
          <a:ea typeface="+mj-ea"/>
          <a:cs typeface="+mj-cs"/>
        </a:defRPr>
      </a:lvl1pPr>
    </p:titleStyle>
    <p:bodyStyle>
      <a:lvl1pPr marL="534901" indent="-534901" algn="l" defTabSz="2139605" rtl="0" eaLnBrk="1" latinLnBrk="0" hangingPunct="1">
        <a:lnSpc>
          <a:spcPct val="90000"/>
        </a:lnSpc>
        <a:spcBef>
          <a:spcPts val="2340"/>
        </a:spcBef>
        <a:buFont typeface="Arial" panose="020B0604020202020204" pitchFamily="34" charset="0"/>
        <a:buChar char="•"/>
        <a:defRPr sz="6552" kern="1200">
          <a:solidFill>
            <a:schemeClr val="tx1"/>
          </a:solidFill>
          <a:latin typeface="+mn-lt"/>
          <a:ea typeface="+mn-ea"/>
          <a:cs typeface="+mn-cs"/>
        </a:defRPr>
      </a:lvl1pPr>
      <a:lvl2pPr marL="1604703" indent="-534901" algn="l" defTabSz="2139605" rtl="0" eaLnBrk="1" latinLnBrk="0" hangingPunct="1">
        <a:lnSpc>
          <a:spcPct val="90000"/>
        </a:lnSpc>
        <a:spcBef>
          <a:spcPts val="1170"/>
        </a:spcBef>
        <a:buFont typeface="Arial" panose="020B0604020202020204" pitchFamily="34" charset="0"/>
        <a:buChar char="•"/>
        <a:defRPr sz="5616" kern="1200">
          <a:solidFill>
            <a:schemeClr val="tx1"/>
          </a:solidFill>
          <a:latin typeface="+mn-lt"/>
          <a:ea typeface="+mn-ea"/>
          <a:cs typeface="+mn-cs"/>
        </a:defRPr>
      </a:lvl2pPr>
      <a:lvl3pPr marL="2674506" indent="-534901" algn="l" defTabSz="2139605" rtl="0" eaLnBrk="1" latinLnBrk="0" hangingPunct="1">
        <a:lnSpc>
          <a:spcPct val="90000"/>
        </a:lnSpc>
        <a:spcBef>
          <a:spcPts val="1170"/>
        </a:spcBef>
        <a:buFont typeface="Arial" panose="020B0604020202020204" pitchFamily="34" charset="0"/>
        <a:buChar char="•"/>
        <a:defRPr sz="4680" kern="1200">
          <a:solidFill>
            <a:schemeClr val="tx1"/>
          </a:solidFill>
          <a:latin typeface="+mn-lt"/>
          <a:ea typeface="+mn-ea"/>
          <a:cs typeface="+mn-cs"/>
        </a:defRPr>
      </a:lvl3pPr>
      <a:lvl4pPr marL="3744308"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4pPr>
      <a:lvl5pPr marL="4814110"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5pPr>
      <a:lvl6pPr marL="5883913"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6pPr>
      <a:lvl7pPr marL="6953715"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7pPr>
      <a:lvl8pPr marL="8023517"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8pPr>
      <a:lvl9pPr marL="9093319"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9pPr>
    </p:bodyStyle>
    <p:otherStyle>
      <a:defPPr>
        <a:defRPr lang="en-US"/>
      </a:defPPr>
      <a:lvl1pPr marL="0" algn="l" defTabSz="2139605" rtl="0" eaLnBrk="1" latinLnBrk="0" hangingPunct="1">
        <a:defRPr sz="4212" kern="1200">
          <a:solidFill>
            <a:schemeClr val="tx1"/>
          </a:solidFill>
          <a:latin typeface="+mn-lt"/>
          <a:ea typeface="+mn-ea"/>
          <a:cs typeface="+mn-cs"/>
        </a:defRPr>
      </a:lvl1pPr>
      <a:lvl2pPr marL="1069802" algn="l" defTabSz="2139605" rtl="0" eaLnBrk="1" latinLnBrk="0" hangingPunct="1">
        <a:defRPr sz="4212" kern="1200">
          <a:solidFill>
            <a:schemeClr val="tx1"/>
          </a:solidFill>
          <a:latin typeface="+mn-lt"/>
          <a:ea typeface="+mn-ea"/>
          <a:cs typeface="+mn-cs"/>
        </a:defRPr>
      </a:lvl2pPr>
      <a:lvl3pPr marL="2139605" algn="l" defTabSz="2139605" rtl="0" eaLnBrk="1" latinLnBrk="0" hangingPunct="1">
        <a:defRPr sz="4212" kern="1200">
          <a:solidFill>
            <a:schemeClr val="tx1"/>
          </a:solidFill>
          <a:latin typeface="+mn-lt"/>
          <a:ea typeface="+mn-ea"/>
          <a:cs typeface="+mn-cs"/>
        </a:defRPr>
      </a:lvl3pPr>
      <a:lvl4pPr marL="3209407" algn="l" defTabSz="2139605" rtl="0" eaLnBrk="1" latinLnBrk="0" hangingPunct="1">
        <a:defRPr sz="4212" kern="1200">
          <a:solidFill>
            <a:schemeClr val="tx1"/>
          </a:solidFill>
          <a:latin typeface="+mn-lt"/>
          <a:ea typeface="+mn-ea"/>
          <a:cs typeface="+mn-cs"/>
        </a:defRPr>
      </a:lvl4pPr>
      <a:lvl5pPr marL="4279209" algn="l" defTabSz="2139605" rtl="0" eaLnBrk="1" latinLnBrk="0" hangingPunct="1">
        <a:defRPr sz="4212" kern="1200">
          <a:solidFill>
            <a:schemeClr val="tx1"/>
          </a:solidFill>
          <a:latin typeface="+mn-lt"/>
          <a:ea typeface="+mn-ea"/>
          <a:cs typeface="+mn-cs"/>
        </a:defRPr>
      </a:lvl5pPr>
      <a:lvl6pPr marL="5349011" algn="l" defTabSz="2139605" rtl="0" eaLnBrk="1" latinLnBrk="0" hangingPunct="1">
        <a:defRPr sz="4212" kern="1200">
          <a:solidFill>
            <a:schemeClr val="tx1"/>
          </a:solidFill>
          <a:latin typeface="+mn-lt"/>
          <a:ea typeface="+mn-ea"/>
          <a:cs typeface="+mn-cs"/>
        </a:defRPr>
      </a:lvl6pPr>
      <a:lvl7pPr marL="6418814" algn="l" defTabSz="2139605" rtl="0" eaLnBrk="1" latinLnBrk="0" hangingPunct="1">
        <a:defRPr sz="4212" kern="1200">
          <a:solidFill>
            <a:schemeClr val="tx1"/>
          </a:solidFill>
          <a:latin typeface="+mn-lt"/>
          <a:ea typeface="+mn-ea"/>
          <a:cs typeface="+mn-cs"/>
        </a:defRPr>
      </a:lvl7pPr>
      <a:lvl8pPr marL="7488616" algn="l" defTabSz="2139605" rtl="0" eaLnBrk="1" latinLnBrk="0" hangingPunct="1">
        <a:defRPr sz="4212" kern="1200">
          <a:solidFill>
            <a:schemeClr val="tx1"/>
          </a:solidFill>
          <a:latin typeface="+mn-lt"/>
          <a:ea typeface="+mn-ea"/>
          <a:cs typeface="+mn-cs"/>
        </a:defRPr>
      </a:lvl8pPr>
      <a:lvl9pPr marL="8558418" algn="l" defTabSz="2139605" rtl="0" eaLnBrk="1" latinLnBrk="0" hangingPunct="1">
        <a:defRPr sz="421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138">
            <a:extLst>
              <a:ext uri="{FF2B5EF4-FFF2-40B4-BE49-F238E27FC236}">
                <a16:creationId xmlns:a16="http://schemas.microsoft.com/office/drawing/2014/main" id="{5567DAB8-D21D-4848-AF0E-5BB5E7425CEE}"/>
              </a:ext>
            </a:extLst>
          </p:cNvPr>
          <p:cNvSpPr txBox="1">
            <a:spLocks noChangeArrowheads="1"/>
          </p:cNvSpPr>
          <p:nvPr/>
        </p:nvSpPr>
        <p:spPr bwMode="auto">
          <a:xfrm>
            <a:off x="-3218181" y="-14023157"/>
            <a:ext cx="21396326" cy="1877649"/>
          </a:xfrm>
          <a:prstGeom prst="rect">
            <a:avLst/>
          </a:prstGeom>
          <a:noFill/>
          <a:ln w="9525">
            <a:noFill/>
            <a:miter lim="800000"/>
            <a:headEnd/>
            <a:tailEnd/>
          </a:ln>
        </p:spPr>
        <p:txBody>
          <a:bodyPr wrap="square" lIns="183090" tIns="91545" rIns="183090" bIns="91545">
            <a:spAutoFit/>
          </a:bodyPr>
          <a:lstStyle/>
          <a:p>
            <a:pPr lvl="0" algn="ctr" defTabSz="4171950" fontAlgn="base">
              <a:lnSpc>
                <a:spcPct val="110000"/>
              </a:lnSpc>
              <a:spcBef>
                <a:spcPct val="0"/>
              </a:spcBef>
              <a:spcAft>
                <a:spcPct val="0"/>
              </a:spcAft>
              <a:defRPr/>
            </a:pPr>
            <a:r>
              <a:rPr lang="en-US" altLang="en-US" sz="9600" b="1" kern="0" dirty="0">
                <a:solidFill>
                  <a:srgbClr val="FF0000"/>
                </a:solidFill>
                <a:latin typeface="TH SarabunPSK" panose="020B0500040200020003" pitchFamily="34" charset="-34"/>
                <a:cs typeface="TH SarabunPSK" panose="020B0500040200020003" pitchFamily="34" charset="-34"/>
              </a:rPr>
              <a:t> </a:t>
            </a:r>
            <a:r>
              <a:rPr lang="en-US" altLang="en-US" sz="8000" b="1" kern="0" dirty="0">
                <a:solidFill>
                  <a:srgbClr val="6D1537"/>
                </a:solidFill>
                <a:latin typeface="Times New Roman" panose="02020603050405020304" pitchFamily="18" charset="0"/>
                <a:cs typeface="Times New Roman" panose="02020603050405020304" pitchFamily="18" charset="0"/>
              </a:rPr>
              <a:t>ICA SP-CON 2020</a:t>
            </a:r>
          </a:p>
        </p:txBody>
      </p:sp>
      <p:sp>
        <p:nvSpPr>
          <p:cNvPr id="15" name="Text Box 138">
            <a:extLst>
              <a:ext uri="{FF2B5EF4-FFF2-40B4-BE49-F238E27FC236}">
                <a16:creationId xmlns:a16="http://schemas.microsoft.com/office/drawing/2014/main" id="{7C812A51-576A-4CCE-A872-EF3428AF424E}"/>
              </a:ext>
            </a:extLst>
          </p:cNvPr>
          <p:cNvSpPr txBox="1">
            <a:spLocks noChangeArrowheads="1"/>
          </p:cNvSpPr>
          <p:nvPr/>
        </p:nvSpPr>
        <p:spPr bwMode="auto">
          <a:xfrm>
            <a:off x="-1" y="1539095"/>
            <a:ext cx="21396326" cy="4955415"/>
          </a:xfrm>
          <a:prstGeom prst="rect">
            <a:avLst/>
          </a:prstGeom>
          <a:solidFill>
            <a:srgbClr val="0070C0"/>
          </a:solidFill>
          <a:ln w="9525">
            <a:noFill/>
            <a:miter lim="800000"/>
            <a:headEnd/>
            <a:tailEnd/>
          </a:ln>
        </p:spPr>
        <p:txBody>
          <a:bodyPr wrap="square" lIns="183090" tIns="91545" rIns="183090" bIns="91545">
            <a:spAutoFit/>
          </a:bodyPr>
          <a:lstStyle/>
          <a:p>
            <a:pPr lvl="0" algn="ctr" defTabSz="4171950" fontAlgn="base">
              <a:lnSpc>
                <a:spcPct val="110000"/>
              </a:lnSpc>
              <a:spcBef>
                <a:spcPct val="0"/>
              </a:spcBef>
              <a:spcAft>
                <a:spcPct val="0"/>
              </a:spcAft>
              <a:defRPr/>
            </a:pPr>
            <a:r>
              <a:rPr lang="en-GB" altLang="en-US" sz="8000" b="1" kern="0" dirty="0">
                <a:solidFill>
                  <a:schemeClr val="bg1"/>
                </a:solidFill>
                <a:latin typeface="TH SarabunPSK" panose="020B0500040200020003" pitchFamily="34" charset="-34"/>
                <a:cs typeface="TH SarabunPSK" panose="020B0500040200020003" pitchFamily="34" charset="-34"/>
              </a:rPr>
              <a:t>Towards Automated Cardiac Catheterization Laboratory Activation</a:t>
            </a:r>
            <a:endParaRPr lang="en-US" sz="8000" b="1" kern="100" dirty="0">
              <a:solidFill>
                <a:schemeClr val="bg1"/>
              </a:solidFill>
              <a:latin typeface="TH SarabunPSK" panose="020B0500040200020003" pitchFamily="34" charset="-34"/>
              <a:ea typeface="MS UI Gothic" panose="020B0600070205080204" pitchFamily="34" charset="-128"/>
              <a:cs typeface="TH SarabunPSK" panose="020B0500040200020003" pitchFamily="34" charset="-34"/>
            </a:endParaRPr>
          </a:p>
          <a:p>
            <a:pPr algn="ctr"/>
            <a:r>
              <a:rPr lang="en-US" sz="5400" b="1" kern="100" dirty="0">
                <a:solidFill>
                  <a:schemeClr val="bg1"/>
                </a:solidFill>
                <a:latin typeface="TH SarabunPSK" panose="020B0500040200020003" pitchFamily="34" charset="-34"/>
                <a:ea typeface="MS UI Gothic" panose="020B0600070205080204" pitchFamily="34" charset="-128"/>
                <a:cs typeface="TH SarabunPSK" panose="020B0500040200020003" pitchFamily="34" charset="-34"/>
              </a:rPr>
              <a:t>Ignasius Dwi </a:t>
            </a:r>
            <a:r>
              <a:rPr lang="en-US" sz="5400" b="1" kern="100" dirty="0" err="1">
                <a:solidFill>
                  <a:schemeClr val="bg1"/>
                </a:solidFill>
                <a:latin typeface="TH SarabunPSK" panose="020B0500040200020003" pitchFamily="34" charset="-34"/>
                <a:ea typeface="MS UI Gothic" panose="020B0600070205080204" pitchFamily="34" charset="-128"/>
                <a:cs typeface="TH SarabunPSK" panose="020B0500040200020003" pitchFamily="34" charset="-34"/>
              </a:rPr>
              <a:t>Sagita</a:t>
            </a:r>
            <a:r>
              <a:rPr lang="en-US" sz="5400" b="1" kern="100" dirty="0">
                <a:solidFill>
                  <a:schemeClr val="bg1"/>
                </a:solidFill>
                <a:latin typeface="TH SarabunPSK" panose="020B0500040200020003" pitchFamily="34" charset="-34"/>
                <a:ea typeface="MS UI Gothic" panose="020B0600070205080204" pitchFamily="34" charset="-128"/>
                <a:cs typeface="TH SarabunPSK" panose="020B0500040200020003" pitchFamily="34" charset="-34"/>
              </a:rPr>
              <a:t> Christy, Ngwaru Munodawafa</a:t>
            </a:r>
            <a:endParaRPr lang="en-US" sz="4000" kern="100" dirty="0">
              <a:solidFill>
                <a:schemeClr val="bg1"/>
              </a:solidFill>
              <a:latin typeface="TH SarabunPSK" panose="020B0500040200020003" pitchFamily="34" charset="-34"/>
              <a:ea typeface="MS UI Gothic" panose="020B0600070205080204" pitchFamily="34" charset="-128"/>
              <a:cs typeface="TH SarabunPSK" panose="020B0500040200020003" pitchFamily="34" charset="-34"/>
            </a:endParaRPr>
          </a:p>
          <a:p>
            <a:pPr algn="ctr"/>
            <a:r>
              <a:rPr lang="en-GB" sz="4000" b="1" kern="100" dirty="0">
                <a:solidFill>
                  <a:schemeClr val="bg1"/>
                </a:solidFill>
                <a:latin typeface="TH SarabunPSK" panose="020B0500040200020003" pitchFamily="34" charset="-34"/>
                <a:ea typeface="MS UI Gothic" panose="020B0600070205080204" pitchFamily="34" charset="-128"/>
                <a:cs typeface="TH SarabunPSK" panose="020B0500040200020003" pitchFamily="34" charset="-34"/>
              </a:rPr>
              <a:t>Stockholm University, The Department of Computer and Systems Sciences, DSV </a:t>
            </a:r>
          </a:p>
          <a:p>
            <a:pPr algn="ctr"/>
            <a:r>
              <a:rPr lang="en-US" sz="4000" b="1" kern="100" dirty="0">
                <a:solidFill>
                  <a:schemeClr val="bg1"/>
                </a:solidFill>
                <a:latin typeface="TH SarabunPSK" panose="020B0500040200020003" pitchFamily="34" charset="-34"/>
                <a:ea typeface="MS UI Gothic" panose="020B0600070205080204" pitchFamily="34" charset="-128"/>
                <a:cs typeface="TH SarabunPSK" panose="020B0500040200020003" pitchFamily="34" charset="-34"/>
              </a:rPr>
              <a:t>Email: igch8514@student.su.se, munodawafan@gmail.com,</a:t>
            </a:r>
            <a:endParaRPr lang="en-US" sz="4000" kern="100" dirty="0">
              <a:solidFill>
                <a:schemeClr val="bg1"/>
              </a:solidFill>
              <a:latin typeface="TH SarabunPSK" panose="020B0500040200020003" pitchFamily="34" charset="-34"/>
              <a:ea typeface="MS UI Gothic" panose="020B0600070205080204" pitchFamily="34" charset="-128"/>
              <a:cs typeface="TH SarabunPSK" panose="020B0500040200020003" pitchFamily="34" charset="-34"/>
            </a:endParaRPr>
          </a:p>
        </p:txBody>
      </p:sp>
      <p:graphicFrame>
        <p:nvGraphicFramePr>
          <p:cNvPr id="21" name="object 22">
            <a:extLst>
              <a:ext uri="{FF2B5EF4-FFF2-40B4-BE49-F238E27FC236}">
                <a16:creationId xmlns:a16="http://schemas.microsoft.com/office/drawing/2014/main" id="{78B4DAF4-6F7D-42EC-8D7C-677EA438013D}"/>
              </a:ext>
            </a:extLst>
          </p:cNvPr>
          <p:cNvGraphicFramePr>
            <a:graphicFrameLocks noGrp="1"/>
          </p:cNvGraphicFramePr>
          <p:nvPr>
            <p:extLst>
              <p:ext uri="{D42A27DB-BD31-4B8C-83A1-F6EECF244321}">
                <p14:modId xmlns:p14="http://schemas.microsoft.com/office/powerpoint/2010/main" val="194139671"/>
              </p:ext>
            </p:extLst>
          </p:nvPr>
        </p:nvGraphicFramePr>
        <p:xfrm>
          <a:off x="158573" y="6732879"/>
          <a:ext cx="10265587" cy="10756467"/>
        </p:xfrm>
        <a:graphic>
          <a:graphicData uri="http://schemas.openxmlformats.org/drawingml/2006/table">
            <a:tbl>
              <a:tblPr firstRow="1" bandRow="1"/>
              <a:tblGrid>
                <a:gridCol w="10265587">
                  <a:extLst>
                    <a:ext uri="{9D8B030D-6E8A-4147-A177-3AD203B41FA5}">
                      <a16:colId xmlns:a16="http://schemas.microsoft.com/office/drawing/2014/main" val="20000"/>
                    </a:ext>
                  </a:extLst>
                </a:gridCol>
              </a:tblGrid>
              <a:tr h="707179">
                <a:tc>
                  <a:txBody>
                    <a:bodyPr/>
                    <a:lstStyle>
                      <a:lvl1pPr marL="0" algn="l" defTabSz="2139605" rtl="0" eaLnBrk="1" latinLnBrk="0" hangingPunct="1">
                        <a:defRPr sz="4212" kern="1200">
                          <a:solidFill>
                            <a:schemeClr val="tx1"/>
                          </a:solidFill>
                          <a:latin typeface="Calibri"/>
                        </a:defRPr>
                      </a:lvl1pPr>
                      <a:lvl2pPr marL="1069802" algn="l" defTabSz="2139605" rtl="0" eaLnBrk="1" latinLnBrk="0" hangingPunct="1">
                        <a:defRPr sz="4212" kern="1200">
                          <a:solidFill>
                            <a:schemeClr val="tx1"/>
                          </a:solidFill>
                          <a:latin typeface="Calibri"/>
                        </a:defRPr>
                      </a:lvl2pPr>
                      <a:lvl3pPr marL="2139605" algn="l" defTabSz="2139605" rtl="0" eaLnBrk="1" latinLnBrk="0" hangingPunct="1">
                        <a:defRPr sz="4212" kern="1200">
                          <a:solidFill>
                            <a:schemeClr val="tx1"/>
                          </a:solidFill>
                          <a:latin typeface="Calibri"/>
                        </a:defRPr>
                      </a:lvl3pPr>
                      <a:lvl4pPr marL="3209407" algn="l" defTabSz="2139605" rtl="0" eaLnBrk="1" latinLnBrk="0" hangingPunct="1">
                        <a:defRPr sz="4212" kern="1200">
                          <a:solidFill>
                            <a:schemeClr val="tx1"/>
                          </a:solidFill>
                          <a:latin typeface="Calibri"/>
                        </a:defRPr>
                      </a:lvl4pPr>
                      <a:lvl5pPr marL="4279209" algn="l" defTabSz="2139605" rtl="0" eaLnBrk="1" latinLnBrk="0" hangingPunct="1">
                        <a:defRPr sz="4212" kern="1200">
                          <a:solidFill>
                            <a:schemeClr val="tx1"/>
                          </a:solidFill>
                          <a:latin typeface="Calibri"/>
                        </a:defRPr>
                      </a:lvl5pPr>
                      <a:lvl6pPr marL="5349011" algn="l" defTabSz="2139605" rtl="0" eaLnBrk="1" latinLnBrk="0" hangingPunct="1">
                        <a:defRPr sz="4212" kern="1200">
                          <a:solidFill>
                            <a:schemeClr val="tx1"/>
                          </a:solidFill>
                          <a:latin typeface="Calibri"/>
                        </a:defRPr>
                      </a:lvl6pPr>
                      <a:lvl7pPr marL="6418814" algn="l" defTabSz="2139605" rtl="0" eaLnBrk="1" latinLnBrk="0" hangingPunct="1">
                        <a:defRPr sz="4212" kern="1200">
                          <a:solidFill>
                            <a:schemeClr val="tx1"/>
                          </a:solidFill>
                          <a:latin typeface="Calibri"/>
                        </a:defRPr>
                      </a:lvl7pPr>
                      <a:lvl8pPr marL="7488616" algn="l" defTabSz="2139605" rtl="0" eaLnBrk="1" latinLnBrk="0" hangingPunct="1">
                        <a:defRPr sz="4212" kern="1200">
                          <a:solidFill>
                            <a:schemeClr val="tx1"/>
                          </a:solidFill>
                          <a:latin typeface="Calibri"/>
                        </a:defRPr>
                      </a:lvl8pPr>
                      <a:lvl9pPr marL="8558418" algn="l" defTabSz="2139605" rtl="0" eaLnBrk="1" latinLnBrk="0" hangingPunct="1">
                        <a:defRPr sz="4212" kern="1200">
                          <a:solidFill>
                            <a:schemeClr val="tx1"/>
                          </a:solidFill>
                          <a:latin typeface="Calibri"/>
                        </a:defRPr>
                      </a:lvl9pPr>
                    </a:lstStyle>
                    <a:p>
                      <a:pPr marL="1905" algn="ctr">
                        <a:lnSpc>
                          <a:spcPct val="100000"/>
                        </a:lnSpc>
                        <a:spcBef>
                          <a:spcPts val="120"/>
                        </a:spcBef>
                      </a:pPr>
                      <a:r>
                        <a:rPr lang="en-US" sz="3600" b="1" i="0" spc="-5" dirty="0">
                          <a:solidFill>
                            <a:srgbClr val="FFFFFF"/>
                          </a:solidFill>
                          <a:latin typeface="TH SarabunPSK" panose="020B0500040200020003" pitchFamily="34" charset="-34"/>
                          <a:cs typeface="TH SarabunPSK" panose="020B0500040200020003" pitchFamily="34" charset="-34"/>
                        </a:rPr>
                        <a:t>Introduction</a:t>
                      </a:r>
                      <a:endParaRPr sz="3600" i="0" dirty="0">
                        <a:latin typeface="TH SarabunPSK" panose="020B0500040200020003" pitchFamily="34" charset="-34"/>
                        <a:cs typeface="TH SarabunPSK" panose="020B0500040200020003" pitchFamily="34" charset="-34"/>
                      </a:endParaRPr>
                    </a:p>
                  </a:txBody>
                  <a:tcPr marL="0" marR="0" marT="15240" marB="0" anchor="ctr">
                    <a:lnL>
                      <a:noFill/>
                    </a:lnL>
                    <a:lnR>
                      <a:noFill/>
                    </a:lnR>
                    <a:lnT w="3175">
                      <a:noFill/>
                      <a:prstDash val="solid"/>
                    </a:lnT>
                    <a:lnB>
                      <a:no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10049288">
                <a:tc>
                  <a:txBody>
                    <a:bodyPr/>
                    <a:lstStyle>
                      <a:lvl1pPr marL="0" algn="l" defTabSz="2139605" rtl="0" eaLnBrk="1" latinLnBrk="0" hangingPunct="1">
                        <a:defRPr sz="4212" kern="1200">
                          <a:solidFill>
                            <a:schemeClr val="tx1"/>
                          </a:solidFill>
                          <a:latin typeface="Calibri"/>
                        </a:defRPr>
                      </a:lvl1pPr>
                      <a:lvl2pPr marL="1069802" algn="l" defTabSz="2139605" rtl="0" eaLnBrk="1" latinLnBrk="0" hangingPunct="1">
                        <a:defRPr sz="4212" kern="1200">
                          <a:solidFill>
                            <a:schemeClr val="tx1"/>
                          </a:solidFill>
                          <a:latin typeface="Calibri"/>
                        </a:defRPr>
                      </a:lvl2pPr>
                      <a:lvl3pPr marL="2139605" algn="l" defTabSz="2139605" rtl="0" eaLnBrk="1" latinLnBrk="0" hangingPunct="1">
                        <a:defRPr sz="4212" kern="1200">
                          <a:solidFill>
                            <a:schemeClr val="tx1"/>
                          </a:solidFill>
                          <a:latin typeface="Calibri"/>
                        </a:defRPr>
                      </a:lvl3pPr>
                      <a:lvl4pPr marL="3209407" algn="l" defTabSz="2139605" rtl="0" eaLnBrk="1" latinLnBrk="0" hangingPunct="1">
                        <a:defRPr sz="4212" kern="1200">
                          <a:solidFill>
                            <a:schemeClr val="tx1"/>
                          </a:solidFill>
                          <a:latin typeface="Calibri"/>
                        </a:defRPr>
                      </a:lvl4pPr>
                      <a:lvl5pPr marL="4279209" algn="l" defTabSz="2139605" rtl="0" eaLnBrk="1" latinLnBrk="0" hangingPunct="1">
                        <a:defRPr sz="4212" kern="1200">
                          <a:solidFill>
                            <a:schemeClr val="tx1"/>
                          </a:solidFill>
                          <a:latin typeface="Calibri"/>
                        </a:defRPr>
                      </a:lvl5pPr>
                      <a:lvl6pPr marL="5349011" algn="l" defTabSz="2139605" rtl="0" eaLnBrk="1" latinLnBrk="0" hangingPunct="1">
                        <a:defRPr sz="4212" kern="1200">
                          <a:solidFill>
                            <a:schemeClr val="tx1"/>
                          </a:solidFill>
                          <a:latin typeface="Calibri"/>
                        </a:defRPr>
                      </a:lvl6pPr>
                      <a:lvl7pPr marL="6418814" algn="l" defTabSz="2139605" rtl="0" eaLnBrk="1" latinLnBrk="0" hangingPunct="1">
                        <a:defRPr sz="4212" kern="1200">
                          <a:solidFill>
                            <a:schemeClr val="tx1"/>
                          </a:solidFill>
                          <a:latin typeface="Calibri"/>
                        </a:defRPr>
                      </a:lvl7pPr>
                      <a:lvl8pPr marL="7488616" algn="l" defTabSz="2139605" rtl="0" eaLnBrk="1" latinLnBrk="0" hangingPunct="1">
                        <a:defRPr sz="4212" kern="1200">
                          <a:solidFill>
                            <a:schemeClr val="tx1"/>
                          </a:solidFill>
                          <a:latin typeface="Calibri"/>
                        </a:defRPr>
                      </a:lvl8pPr>
                      <a:lvl9pPr marL="8558418" algn="l" defTabSz="2139605" rtl="0" eaLnBrk="1" latinLnBrk="0" hangingPunct="1">
                        <a:defRPr sz="4212" kern="1200">
                          <a:solidFill>
                            <a:schemeClr val="tx1"/>
                          </a:solidFill>
                          <a:latin typeface="Calibri"/>
                        </a:defRPr>
                      </a:lvl9pPr>
                    </a:lstStyle>
                    <a:p>
                      <a:pPr>
                        <a:lnSpc>
                          <a:spcPct val="100000"/>
                        </a:lnSpc>
                        <a:spcBef>
                          <a:spcPts val="30"/>
                        </a:spcBef>
                      </a:pPr>
                      <a:endParaRPr sz="1250" i="0" dirty="0">
                        <a:latin typeface="TH SarabunPSK" panose="020B0500040200020003" pitchFamily="34" charset="-34"/>
                        <a:cs typeface="TH SarabunPSK" panose="020B0500040200020003" pitchFamily="34" charset="-34"/>
                      </a:endParaRPr>
                    </a:p>
                    <a:p>
                      <a:pPr marL="182880">
                        <a:lnSpc>
                          <a:spcPct val="100000"/>
                        </a:lnSpc>
                      </a:pPr>
                      <a:r>
                        <a:rPr lang="en-GB" sz="3200" i="0" dirty="0">
                          <a:latin typeface="TH SarabunPSK" panose="020B0500040200020003" pitchFamily="34" charset="-34"/>
                          <a:cs typeface="TH SarabunPSK" panose="020B0500040200020003" pitchFamily="34" charset="-34"/>
                        </a:rPr>
                        <a:t>Ischaemic Heart Disease is the leading cause of death world-wide responsible for 13% of all deaths. Ischaemic Heart Disease presents in acute cases as acute coronary syndromes (ACS). In acute coronary syndromes there is  need to reduce the time from the patient getting through the hospital door to the time of definitive treatment with balloon catheterization (Cannon CP, 2000). Artificial Intelligence systems have been implemented for automatic detection of ST elevated Myocardial Infarction (STEMI) from ECG (Robert Avram, William F. Fearon, 2024). These platforms have been linked with automatic activation of the Cardiac Catheterization Lab (Robert Avram, William F. Fearon, 2024). This has been demonstrated to reduce the door to balloon time.  </a:t>
                      </a:r>
                    </a:p>
                    <a:p>
                      <a:pPr marL="182880">
                        <a:lnSpc>
                          <a:spcPct val="100000"/>
                        </a:lnSpc>
                      </a:pPr>
                      <a:endParaRPr lang="en-GB" sz="3200" i="0" dirty="0">
                        <a:latin typeface="TH SarabunPSK" panose="020B0500040200020003" pitchFamily="34" charset="-34"/>
                        <a:cs typeface="TH SarabunPSK" panose="020B0500040200020003" pitchFamily="34" charset="-34"/>
                      </a:endParaRPr>
                    </a:p>
                    <a:p>
                      <a:pPr marL="182880">
                        <a:lnSpc>
                          <a:spcPct val="100000"/>
                        </a:lnSpc>
                      </a:pPr>
                      <a:r>
                        <a:rPr lang="en-GB" sz="3200" i="0" dirty="0">
                          <a:latin typeface="TH SarabunPSK" panose="020B0500040200020003" pitchFamily="34" charset="-34"/>
                          <a:cs typeface="TH SarabunPSK" panose="020B0500040200020003" pitchFamily="34" charset="-34"/>
                        </a:rPr>
                        <a:t>However, to decide to send the patient for emergency cardiac catheterisation it is important to consider the patient’s presenting history, ECG results and the results of lab investigations. As soon as the decision is made the Team that works in the catheterisation lab must be notified to prepare for the patient. Our research looks at using a LLM to use text in the Electronic Health Record (EHR) which includes the History of Presenting illness (HPI), Physical Examination, ECG report and lab results (Troponin results) to automatically make the decision and send a notification to the catheterisation lab. </a:t>
                      </a:r>
                      <a:endParaRPr sz="2800" i="0" dirty="0">
                        <a:latin typeface="TH SarabunPSK" panose="020B0500040200020003" pitchFamily="34" charset="-34"/>
                        <a:cs typeface="TH SarabunPSK" panose="020B0500040200020003" pitchFamily="34" charset="-34"/>
                      </a:endParaRPr>
                    </a:p>
                  </a:txBody>
                  <a:tcPr marL="0" marR="0" marT="3810" marB="0">
                    <a:lnL>
                      <a:noFill/>
                    </a:lnL>
                    <a:lnR>
                      <a:noFill/>
                    </a:lnR>
                    <a:lnT>
                      <a:noFill/>
                    </a:lnT>
                    <a:lnB>
                      <a:noFill/>
                    </a:lnB>
                    <a:lnTlToBr w="12700" cmpd="sng">
                      <a:noFill/>
                      <a:prstDash val="solid"/>
                    </a:lnTlToBr>
                    <a:lnBlToTr w="12700" cmpd="sng">
                      <a:noFill/>
                      <a:prstDash val="solid"/>
                    </a:lnBlToTr>
                    <a:solidFill>
                      <a:srgbClr val="F4F0E9"/>
                    </a:solidFill>
                  </a:tcPr>
                </a:tc>
                <a:extLst>
                  <a:ext uri="{0D108BD9-81ED-4DB2-BD59-A6C34878D82A}">
                    <a16:rowId xmlns:a16="http://schemas.microsoft.com/office/drawing/2014/main" val="10001"/>
                  </a:ext>
                </a:extLst>
              </a:tr>
            </a:tbl>
          </a:graphicData>
        </a:graphic>
      </p:graphicFrame>
      <p:graphicFrame>
        <p:nvGraphicFramePr>
          <p:cNvPr id="23" name="object 22">
            <a:extLst>
              <a:ext uri="{FF2B5EF4-FFF2-40B4-BE49-F238E27FC236}">
                <a16:creationId xmlns:a16="http://schemas.microsoft.com/office/drawing/2014/main" id="{7136799F-0CF4-4683-AFB9-118533FAA225}"/>
              </a:ext>
            </a:extLst>
          </p:cNvPr>
          <p:cNvGraphicFramePr>
            <a:graphicFrameLocks noGrp="1"/>
          </p:cNvGraphicFramePr>
          <p:nvPr>
            <p:extLst>
              <p:ext uri="{D42A27DB-BD31-4B8C-83A1-F6EECF244321}">
                <p14:modId xmlns:p14="http://schemas.microsoft.com/office/powerpoint/2010/main" val="700463570"/>
              </p:ext>
            </p:extLst>
          </p:nvPr>
        </p:nvGraphicFramePr>
        <p:xfrm>
          <a:off x="158572" y="17708302"/>
          <a:ext cx="10265587" cy="3310890"/>
        </p:xfrm>
        <a:graphic>
          <a:graphicData uri="http://schemas.openxmlformats.org/drawingml/2006/table">
            <a:tbl>
              <a:tblPr firstRow="1" bandRow="1"/>
              <a:tblGrid>
                <a:gridCol w="10265587">
                  <a:extLst>
                    <a:ext uri="{9D8B030D-6E8A-4147-A177-3AD203B41FA5}">
                      <a16:colId xmlns:a16="http://schemas.microsoft.com/office/drawing/2014/main" val="20000"/>
                    </a:ext>
                  </a:extLst>
                </a:gridCol>
              </a:tblGrid>
              <a:tr h="408153">
                <a:tc>
                  <a:txBody>
                    <a:bodyPr/>
                    <a:lstStyle>
                      <a:lvl1pPr marL="0" algn="l" defTabSz="2139605" rtl="0" eaLnBrk="1" latinLnBrk="0" hangingPunct="1">
                        <a:defRPr sz="4212" kern="1200">
                          <a:solidFill>
                            <a:schemeClr val="tx1"/>
                          </a:solidFill>
                          <a:latin typeface="Calibri"/>
                        </a:defRPr>
                      </a:lvl1pPr>
                      <a:lvl2pPr marL="1069802" algn="l" defTabSz="2139605" rtl="0" eaLnBrk="1" latinLnBrk="0" hangingPunct="1">
                        <a:defRPr sz="4212" kern="1200">
                          <a:solidFill>
                            <a:schemeClr val="tx1"/>
                          </a:solidFill>
                          <a:latin typeface="Calibri"/>
                        </a:defRPr>
                      </a:lvl2pPr>
                      <a:lvl3pPr marL="2139605" algn="l" defTabSz="2139605" rtl="0" eaLnBrk="1" latinLnBrk="0" hangingPunct="1">
                        <a:defRPr sz="4212" kern="1200">
                          <a:solidFill>
                            <a:schemeClr val="tx1"/>
                          </a:solidFill>
                          <a:latin typeface="Calibri"/>
                        </a:defRPr>
                      </a:lvl3pPr>
                      <a:lvl4pPr marL="3209407" algn="l" defTabSz="2139605" rtl="0" eaLnBrk="1" latinLnBrk="0" hangingPunct="1">
                        <a:defRPr sz="4212" kern="1200">
                          <a:solidFill>
                            <a:schemeClr val="tx1"/>
                          </a:solidFill>
                          <a:latin typeface="Calibri"/>
                        </a:defRPr>
                      </a:lvl4pPr>
                      <a:lvl5pPr marL="4279209" algn="l" defTabSz="2139605" rtl="0" eaLnBrk="1" latinLnBrk="0" hangingPunct="1">
                        <a:defRPr sz="4212" kern="1200">
                          <a:solidFill>
                            <a:schemeClr val="tx1"/>
                          </a:solidFill>
                          <a:latin typeface="Calibri"/>
                        </a:defRPr>
                      </a:lvl5pPr>
                      <a:lvl6pPr marL="5349011" algn="l" defTabSz="2139605" rtl="0" eaLnBrk="1" latinLnBrk="0" hangingPunct="1">
                        <a:defRPr sz="4212" kern="1200">
                          <a:solidFill>
                            <a:schemeClr val="tx1"/>
                          </a:solidFill>
                          <a:latin typeface="Calibri"/>
                        </a:defRPr>
                      </a:lvl6pPr>
                      <a:lvl7pPr marL="6418814" algn="l" defTabSz="2139605" rtl="0" eaLnBrk="1" latinLnBrk="0" hangingPunct="1">
                        <a:defRPr sz="4212" kern="1200">
                          <a:solidFill>
                            <a:schemeClr val="tx1"/>
                          </a:solidFill>
                          <a:latin typeface="Calibri"/>
                        </a:defRPr>
                      </a:lvl7pPr>
                      <a:lvl8pPr marL="7488616" algn="l" defTabSz="2139605" rtl="0" eaLnBrk="1" latinLnBrk="0" hangingPunct="1">
                        <a:defRPr sz="4212" kern="1200">
                          <a:solidFill>
                            <a:schemeClr val="tx1"/>
                          </a:solidFill>
                          <a:latin typeface="Calibri"/>
                        </a:defRPr>
                      </a:lvl8pPr>
                      <a:lvl9pPr marL="8558418" algn="l" defTabSz="2139605" rtl="0" eaLnBrk="1" latinLnBrk="0" hangingPunct="1">
                        <a:defRPr sz="4212" kern="1200">
                          <a:solidFill>
                            <a:schemeClr val="tx1"/>
                          </a:solidFill>
                          <a:latin typeface="Calibri"/>
                        </a:defRPr>
                      </a:lvl9pPr>
                    </a:lstStyle>
                    <a:p>
                      <a:pPr marL="1905" algn="ctr">
                        <a:lnSpc>
                          <a:spcPct val="100000"/>
                        </a:lnSpc>
                        <a:spcBef>
                          <a:spcPts val="120"/>
                        </a:spcBef>
                      </a:pPr>
                      <a:r>
                        <a:rPr lang="en-US" sz="3600" b="1" spc="-5" dirty="0">
                          <a:solidFill>
                            <a:srgbClr val="FFFFFF"/>
                          </a:solidFill>
                          <a:latin typeface="TH SarabunPSK" panose="020B0500040200020003" pitchFamily="34" charset="-34"/>
                          <a:cs typeface="TH SarabunPSK" panose="020B0500040200020003" pitchFamily="34" charset="-34"/>
                        </a:rPr>
                        <a:t>Research Problem</a:t>
                      </a:r>
                      <a:endParaRPr sz="3600" dirty="0">
                        <a:latin typeface="TH SarabunPSK" panose="020B0500040200020003" pitchFamily="34" charset="-34"/>
                        <a:cs typeface="TH SarabunPSK" panose="020B0500040200020003" pitchFamily="34" charset="-34"/>
                      </a:endParaRPr>
                    </a:p>
                  </a:txBody>
                  <a:tcPr marL="0" marR="0" marT="15240" marB="0" anchor="ctr">
                    <a:lnL>
                      <a:noFill/>
                    </a:lnL>
                    <a:lnR>
                      <a:noFill/>
                    </a:lnR>
                    <a:lnT w="3175">
                      <a:noFill/>
                      <a:prstDash val="solid"/>
                    </a:lnT>
                    <a:lnB>
                      <a:no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2747010">
                <a:tc>
                  <a:txBody>
                    <a:bodyPr/>
                    <a:lstStyle>
                      <a:lvl1pPr marL="0" algn="l" defTabSz="2139605" rtl="0" eaLnBrk="1" latinLnBrk="0" hangingPunct="1">
                        <a:defRPr sz="4212" kern="1200">
                          <a:solidFill>
                            <a:schemeClr val="tx1"/>
                          </a:solidFill>
                          <a:latin typeface="Calibri"/>
                        </a:defRPr>
                      </a:lvl1pPr>
                      <a:lvl2pPr marL="1069802" algn="l" defTabSz="2139605" rtl="0" eaLnBrk="1" latinLnBrk="0" hangingPunct="1">
                        <a:defRPr sz="4212" kern="1200">
                          <a:solidFill>
                            <a:schemeClr val="tx1"/>
                          </a:solidFill>
                          <a:latin typeface="Calibri"/>
                        </a:defRPr>
                      </a:lvl2pPr>
                      <a:lvl3pPr marL="2139605" algn="l" defTabSz="2139605" rtl="0" eaLnBrk="1" latinLnBrk="0" hangingPunct="1">
                        <a:defRPr sz="4212" kern="1200">
                          <a:solidFill>
                            <a:schemeClr val="tx1"/>
                          </a:solidFill>
                          <a:latin typeface="Calibri"/>
                        </a:defRPr>
                      </a:lvl3pPr>
                      <a:lvl4pPr marL="3209407" algn="l" defTabSz="2139605" rtl="0" eaLnBrk="1" latinLnBrk="0" hangingPunct="1">
                        <a:defRPr sz="4212" kern="1200">
                          <a:solidFill>
                            <a:schemeClr val="tx1"/>
                          </a:solidFill>
                          <a:latin typeface="Calibri"/>
                        </a:defRPr>
                      </a:lvl4pPr>
                      <a:lvl5pPr marL="4279209" algn="l" defTabSz="2139605" rtl="0" eaLnBrk="1" latinLnBrk="0" hangingPunct="1">
                        <a:defRPr sz="4212" kern="1200">
                          <a:solidFill>
                            <a:schemeClr val="tx1"/>
                          </a:solidFill>
                          <a:latin typeface="Calibri"/>
                        </a:defRPr>
                      </a:lvl5pPr>
                      <a:lvl6pPr marL="5349011" algn="l" defTabSz="2139605" rtl="0" eaLnBrk="1" latinLnBrk="0" hangingPunct="1">
                        <a:defRPr sz="4212" kern="1200">
                          <a:solidFill>
                            <a:schemeClr val="tx1"/>
                          </a:solidFill>
                          <a:latin typeface="Calibri"/>
                        </a:defRPr>
                      </a:lvl6pPr>
                      <a:lvl7pPr marL="6418814" algn="l" defTabSz="2139605" rtl="0" eaLnBrk="1" latinLnBrk="0" hangingPunct="1">
                        <a:defRPr sz="4212" kern="1200">
                          <a:solidFill>
                            <a:schemeClr val="tx1"/>
                          </a:solidFill>
                          <a:latin typeface="Calibri"/>
                        </a:defRPr>
                      </a:lvl7pPr>
                      <a:lvl8pPr marL="7488616" algn="l" defTabSz="2139605" rtl="0" eaLnBrk="1" latinLnBrk="0" hangingPunct="1">
                        <a:defRPr sz="4212" kern="1200">
                          <a:solidFill>
                            <a:schemeClr val="tx1"/>
                          </a:solidFill>
                          <a:latin typeface="Calibri"/>
                        </a:defRPr>
                      </a:lvl8pPr>
                      <a:lvl9pPr marL="8558418" algn="l" defTabSz="2139605" rtl="0" eaLnBrk="1" latinLnBrk="0" hangingPunct="1">
                        <a:defRPr sz="4212" kern="1200">
                          <a:solidFill>
                            <a:schemeClr val="tx1"/>
                          </a:solidFill>
                          <a:latin typeface="Calibri"/>
                        </a:defRPr>
                      </a:lvl9pPr>
                    </a:lstStyle>
                    <a:p>
                      <a:pPr>
                        <a:lnSpc>
                          <a:spcPct val="100000"/>
                        </a:lnSpc>
                        <a:spcBef>
                          <a:spcPts val="30"/>
                        </a:spcBef>
                      </a:pPr>
                      <a:endParaRPr sz="1250" dirty="0">
                        <a:latin typeface="TH SarabunPSK" panose="020B0500040200020003" pitchFamily="34" charset="-34"/>
                        <a:cs typeface="TH SarabunPSK" panose="020B0500040200020003" pitchFamily="34" charset="-34"/>
                      </a:endParaRPr>
                    </a:p>
                    <a:p>
                      <a:pPr marL="182880">
                        <a:lnSpc>
                          <a:spcPct val="100000"/>
                        </a:lnSpc>
                      </a:pPr>
                      <a:r>
                        <a:rPr lang="en-US" sz="3200" b="1" dirty="0">
                          <a:solidFill>
                            <a:schemeClr val="tx1"/>
                          </a:solidFill>
                          <a:latin typeface="TH SarabunPSK" panose="020B0500040200020003" pitchFamily="34" charset="-34"/>
                          <a:cs typeface="TH SarabunPSK" panose="020B0500040200020003" pitchFamily="34" charset="-34"/>
                        </a:rPr>
                        <a:t>Is it possible to predict which patients need cardiac catheterization using text-based classification methods using information in the patient Electronic Health Record ( HPI, Physical, ECG report, lab results) for patients with possible acute coronary syndromes. </a:t>
                      </a:r>
                    </a:p>
                  </a:txBody>
                  <a:tcPr marL="0" marR="0" marT="3810" marB="0">
                    <a:lnL>
                      <a:noFill/>
                    </a:lnL>
                    <a:lnR>
                      <a:noFill/>
                    </a:lnR>
                    <a:lnT>
                      <a:noFill/>
                    </a:lnT>
                    <a:lnB>
                      <a:noFill/>
                    </a:lnB>
                    <a:lnTlToBr w="12700" cmpd="sng">
                      <a:noFill/>
                      <a:prstDash val="solid"/>
                    </a:lnTlToBr>
                    <a:lnBlToTr w="12700" cmpd="sng">
                      <a:noFill/>
                      <a:prstDash val="solid"/>
                    </a:lnBlToTr>
                    <a:solidFill>
                      <a:srgbClr val="F4F0E9"/>
                    </a:solidFill>
                  </a:tcPr>
                </a:tc>
                <a:extLst>
                  <a:ext uri="{0D108BD9-81ED-4DB2-BD59-A6C34878D82A}">
                    <a16:rowId xmlns:a16="http://schemas.microsoft.com/office/drawing/2014/main" val="10001"/>
                  </a:ext>
                </a:extLst>
              </a:tr>
            </a:tbl>
          </a:graphicData>
        </a:graphic>
      </p:graphicFrame>
      <p:graphicFrame>
        <p:nvGraphicFramePr>
          <p:cNvPr id="24" name="object 22">
            <a:extLst>
              <a:ext uri="{FF2B5EF4-FFF2-40B4-BE49-F238E27FC236}">
                <a16:creationId xmlns:a16="http://schemas.microsoft.com/office/drawing/2014/main" id="{5125ACF8-0E94-463F-AECB-A92CEA1ED41D}"/>
              </a:ext>
            </a:extLst>
          </p:cNvPr>
          <p:cNvGraphicFramePr>
            <a:graphicFrameLocks noGrp="1"/>
          </p:cNvGraphicFramePr>
          <p:nvPr>
            <p:extLst>
              <p:ext uri="{D42A27DB-BD31-4B8C-83A1-F6EECF244321}">
                <p14:modId xmlns:p14="http://schemas.microsoft.com/office/powerpoint/2010/main" val="2226493172"/>
              </p:ext>
            </p:extLst>
          </p:nvPr>
        </p:nvGraphicFramePr>
        <p:xfrm>
          <a:off x="10698162" y="19363747"/>
          <a:ext cx="10534077" cy="3181295"/>
        </p:xfrm>
        <a:graphic>
          <a:graphicData uri="http://schemas.openxmlformats.org/drawingml/2006/table">
            <a:tbl>
              <a:tblPr firstRow="1" bandRow="1"/>
              <a:tblGrid>
                <a:gridCol w="10534077">
                  <a:extLst>
                    <a:ext uri="{9D8B030D-6E8A-4147-A177-3AD203B41FA5}">
                      <a16:colId xmlns:a16="http://schemas.microsoft.com/office/drawing/2014/main" val="20000"/>
                    </a:ext>
                  </a:extLst>
                </a:gridCol>
              </a:tblGrid>
              <a:tr h="451115">
                <a:tc>
                  <a:txBody>
                    <a:bodyPr/>
                    <a:lstStyle>
                      <a:lvl1pPr marL="0" algn="l" defTabSz="2139605" rtl="0" eaLnBrk="1" latinLnBrk="0" hangingPunct="1">
                        <a:defRPr sz="4212" kern="1200">
                          <a:solidFill>
                            <a:schemeClr val="tx1"/>
                          </a:solidFill>
                          <a:latin typeface="Calibri"/>
                        </a:defRPr>
                      </a:lvl1pPr>
                      <a:lvl2pPr marL="1069802" algn="l" defTabSz="2139605" rtl="0" eaLnBrk="1" latinLnBrk="0" hangingPunct="1">
                        <a:defRPr sz="4212" kern="1200">
                          <a:solidFill>
                            <a:schemeClr val="tx1"/>
                          </a:solidFill>
                          <a:latin typeface="Calibri"/>
                        </a:defRPr>
                      </a:lvl2pPr>
                      <a:lvl3pPr marL="2139605" algn="l" defTabSz="2139605" rtl="0" eaLnBrk="1" latinLnBrk="0" hangingPunct="1">
                        <a:defRPr sz="4212" kern="1200">
                          <a:solidFill>
                            <a:schemeClr val="tx1"/>
                          </a:solidFill>
                          <a:latin typeface="Calibri"/>
                        </a:defRPr>
                      </a:lvl3pPr>
                      <a:lvl4pPr marL="3209407" algn="l" defTabSz="2139605" rtl="0" eaLnBrk="1" latinLnBrk="0" hangingPunct="1">
                        <a:defRPr sz="4212" kern="1200">
                          <a:solidFill>
                            <a:schemeClr val="tx1"/>
                          </a:solidFill>
                          <a:latin typeface="Calibri"/>
                        </a:defRPr>
                      </a:lvl4pPr>
                      <a:lvl5pPr marL="4279209" algn="l" defTabSz="2139605" rtl="0" eaLnBrk="1" latinLnBrk="0" hangingPunct="1">
                        <a:defRPr sz="4212" kern="1200">
                          <a:solidFill>
                            <a:schemeClr val="tx1"/>
                          </a:solidFill>
                          <a:latin typeface="Calibri"/>
                        </a:defRPr>
                      </a:lvl5pPr>
                      <a:lvl6pPr marL="5349011" algn="l" defTabSz="2139605" rtl="0" eaLnBrk="1" latinLnBrk="0" hangingPunct="1">
                        <a:defRPr sz="4212" kern="1200">
                          <a:solidFill>
                            <a:schemeClr val="tx1"/>
                          </a:solidFill>
                          <a:latin typeface="Calibri"/>
                        </a:defRPr>
                      </a:lvl6pPr>
                      <a:lvl7pPr marL="6418814" algn="l" defTabSz="2139605" rtl="0" eaLnBrk="1" latinLnBrk="0" hangingPunct="1">
                        <a:defRPr sz="4212" kern="1200">
                          <a:solidFill>
                            <a:schemeClr val="tx1"/>
                          </a:solidFill>
                          <a:latin typeface="Calibri"/>
                        </a:defRPr>
                      </a:lvl7pPr>
                      <a:lvl8pPr marL="7488616" algn="l" defTabSz="2139605" rtl="0" eaLnBrk="1" latinLnBrk="0" hangingPunct="1">
                        <a:defRPr sz="4212" kern="1200">
                          <a:solidFill>
                            <a:schemeClr val="tx1"/>
                          </a:solidFill>
                          <a:latin typeface="Calibri"/>
                        </a:defRPr>
                      </a:lvl8pPr>
                      <a:lvl9pPr marL="8558418" algn="l" defTabSz="2139605" rtl="0" eaLnBrk="1" latinLnBrk="0" hangingPunct="1">
                        <a:defRPr sz="4212" kern="1200">
                          <a:solidFill>
                            <a:schemeClr val="tx1"/>
                          </a:solidFill>
                          <a:latin typeface="Calibri"/>
                        </a:defRPr>
                      </a:lvl9pPr>
                    </a:lstStyle>
                    <a:p>
                      <a:pPr marL="1905" algn="ctr">
                        <a:lnSpc>
                          <a:spcPct val="100000"/>
                        </a:lnSpc>
                        <a:spcBef>
                          <a:spcPts val="120"/>
                        </a:spcBef>
                      </a:pPr>
                      <a:r>
                        <a:rPr lang="en-US" sz="3600" b="1" spc="-5" dirty="0">
                          <a:solidFill>
                            <a:srgbClr val="FFFFFF"/>
                          </a:solidFill>
                          <a:latin typeface="TH SarabunPSK" panose="020B0500040200020003" pitchFamily="34" charset="-34"/>
                          <a:cs typeface="TH SarabunPSK" panose="020B0500040200020003" pitchFamily="34" charset="-34"/>
                        </a:rPr>
                        <a:t>Conclusion</a:t>
                      </a:r>
                      <a:endParaRPr sz="3600" dirty="0">
                        <a:latin typeface="TH SarabunPSK" panose="020B0500040200020003" pitchFamily="34" charset="-34"/>
                        <a:cs typeface="TH SarabunPSK" panose="020B0500040200020003" pitchFamily="34" charset="-34"/>
                      </a:endParaRPr>
                    </a:p>
                  </a:txBody>
                  <a:tcPr marL="0" marR="0" marT="15240" marB="0" anchor="ctr">
                    <a:lnL>
                      <a:noFill/>
                    </a:lnL>
                    <a:lnR>
                      <a:noFill/>
                    </a:lnR>
                    <a:lnT w="3175">
                      <a:noFill/>
                      <a:prstDash val="solid"/>
                    </a:lnT>
                    <a:lnB>
                      <a:no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2617415">
                <a:tc>
                  <a:txBody>
                    <a:bodyPr/>
                    <a:lstStyle>
                      <a:lvl1pPr marL="0" algn="l" defTabSz="2139605" rtl="0" eaLnBrk="1" latinLnBrk="0" hangingPunct="1">
                        <a:defRPr sz="4212" kern="1200">
                          <a:solidFill>
                            <a:schemeClr val="tx1"/>
                          </a:solidFill>
                          <a:latin typeface="Calibri"/>
                        </a:defRPr>
                      </a:lvl1pPr>
                      <a:lvl2pPr marL="1069802" algn="l" defTabSz="2139605" rtl="0" eaLnBrk="1" latinLnBrk="0" hangingPunct="1">
                        <a:defRPr sz="4212" kern="1200">
                          <a:solidFill>
                            <a:schemeClr val="tx1"/>
                          </a:solidFill>
                          <a:latin typeface="Calibri"/>
                        </a:defRPr>
                      </a:lvl2pPr>
                      <a:lvl3pPr marL="2139605" algn="l" defTabSz="2139605" rtl="0" eaLnBrk="1" latinLnBrk="0" hangingPunct="1">
                        <a:defRPr sz="4212" kern="1200">
                          <a:solidFill>
                            <a:schemeClr val="tx1"/>
                          </a:solidFill>
                          <a:latin typeface="Calibri"/>
                        </a:defRPr>
                      </a:lvl3pPr>
                      <a:lvl4pPr marL="3209407" algn="l" defTabSz="2139605" rtl="0" eaLnBrk="1" latinLnBrk="0" hangingPunct="1">
                        <a:defRPr sz="4212" kern="1200">
                          <a:solidFill>
                            <a:schemeClr val="tx1"/>
                          </a:solidFill>
                          <a:latin typeface="Calibri"/>
                        </a:defRPr>
                      </a:lvl4pPr>
                      <a:lvl5pPr marL="4279209" algn="l" defTabSz="2139605" rtl="0" eaLnBrk="1" latinLnBrk="0" hangingPunct="1">
                        <a:defRPr sz="4212" kern="1200">
                          <a:solidFill>
                            <a:schemeClr val="tx1"/>
                          </a:solidFill>
                          <a:latin typeface="Calibri"/>
                        </a:defRPr>
                      </a:lvl5pPr>
                      <a:lvl6pPr marL="5349011" algn="l" defTabSz="2139605" rtl="0" eaLnBrk="1" latinLnBrk="0" hangingPunct="1">
                        <a:defRPr sz="4212" kern="1200">
                          <a:solidFill>
                            <a:schemeClr val="tx1"/>
                          </a:solidFill>
                          <a:latin typeface="Calibri"/>
                        </a:defRPr>
                      </a:lvl6pPr>
                      <a:lvl7pPr marL="6418814" algn="l" defTabSz="2139605" rtl="0" eaLnBrk="1" latinLnBrk="0" hangingPunct="1">
                        <a:defRPr sz="4212" kern="1200">
                          <a:solidFill>
                            <a:schemeClr val="tx1"/>
                          </a:solidFill>
                          <a:latin typeface="Calibri"/>
                        </a:defRPr>
                      </a:lvl7pPr>
                      <a:lvl8pPr marL="7488616" algn="l" defTabSz="2139605" rtl="0" eaLnBrk="1" latinLnBrk="0" hangingPunct="1">
                        <a:defRPr sz="4212" kern="1200">
                          <a:solidFill>
                            <a:schemeClr val="tx1"/>
                          </a:solidFill>
                          <a:latin typeface="Calibri"/>
                        </a:defRPr>
                      </a:lvl8pPr>
                      <a:lvl9pPr marL="8558418" algn="l" defTabSz="2139605" rtl="0" eaLnBrk="1" latinLnBrk="0" hangingPunct="1">
                        <a:defRPr sz="4212" kern="1200">
                          <a:solidFill>
                            <a:schemeClr val="tx1"/>
                          </a:solidFill>
                          <a:latin typeface="Calibri"/>
                        </a:defRPr>
                      </a:lvl9pPr>
                    </a:lstStyle>
                    <a:p>
                      <a:pPr>
                        <a:lnSpc>
                          <a:spcPct val="100000"/>
                        </a:lnSpc>
                        <a:spcBef>
                          <a:spcPts val="30"/>
                        </a:spcBef>
                      </a:pPr>
                      <a:endParaRPr lang="en-US" sz="1250" dirty="0">
                        <a:latin typeface="TH SarabunPSK" panose="020B0500040200020003" pitchFamily="34" charset="-34"/>
                        <a:cs typeface="TH SarabunPSK" panose="020B0500040200020003" pitchFamily="34" charset="-34"/>
                      </a:endParaRPr>
                    </a:p>
                    <a:p>
                      <a:pPr marL="182880">
                        <a:lnSpc>
                          <a:spcPct val="100000"/>
                        </a:lnSpc>
                      </a:pPr>
                      <a:r>
                        <a:rPr lang="en-US" sz="3200" dirty="0">
                          <a:latin typeface="TH SarabunPSK" panose="020B0500040200020003" pitchFamily="34" charset="-34"/>
                          <a:cs typeface="TH SarabunPSK" panose="020B0500040200020003" pitchFamily="34" charset="-34"/>
                        </a:rPr>
                        <a:t>The conclusion section should be included.</a:t>
                      </a:r>
                    </a:p>
                  </a:txBody>
                  <a:tcPr marL="0" marR="0" marT="3810" marB="0">
                    <a:lnL>
                      <a:noFill/>
                    </a:lnL>
                    <a:lnR>
                      <a:noFill/>
                    </a:lnR>
                    <a:lnT>
                      <a:noFill/>
                    </a:lnT>
                    <a:lnB>
                      <a:noFill/>
                    </a:lnB>
                    <a:lnTlToBr w="12700" cmpd="sng">
                      <a:noFill/>
                      <a:prstDash val="solid"/>
                    </a:lnTlToBr>
                    <a:lnBlToTr w="12700" cmpd="sng">
                      <a:noFill/>
                      <a:prstDash val="solid"/>
                    </a:lnBlToTr>
                    <a:solidFill>
                      <a:srgbClr val="F4F0E9"/>
                    </a:solidFill>
                  </a:tcPr>
                </a:tc>
                <a:extLst>
                  <a:ext uri="{0D108BD9-81ED-4DB2-BD59-A6C34878D82A}">
                    <a16:rowId xmlns:a16="http://schemas.microsoft.com/office/drawing/2014/main" val="10001"/>
                  </a:ext>
                </a:extLst>
              </a:tr>
            </a:tbl>
          </a:graphicData>
        </a:graphic>
      </p:graphicFrame>
      <p:graphicFrame>
        <p:nvGraphicFramePr>
          <p:cNvPr id="26" name="object 22">
            <a:extLst>
              <a:ext uri="{FF2B5EF4-FFF2-40B4-BE49-F238E27FC236}">
                <a16:creationId xmlns:a16="http://schemas.microsoft.com/office/drawing/2014/main" id="{86F200E1-37DE-47E5-BF91-50734829D6B4}"/>
              </a:ext>
            </a:extLst>
          </p:cNvPr>
          <p:cNvGraphicFramePr>
            <a:graphicFrameLocks noGrp="1"/>
          </p:cNvGraphicFramePr>
          <p:nvPr>
            <p:extLst>
              <p:ext uri="{D42A27DB-BD31-4B8C-83A1-F6EECF244321}">
                <p14:modId xmlns:p14="http://schemas.microsoft.com/office/powerpoint/2010/main" val="1649916616"/>
              </p:ext>
            </p:extLst>
          </p:nvPr>
        </p:nvGraphicFramePr>
        <p:xfrm>
          <a:off x="10698161" y="22783413"/>
          <a:ext cx="10534077" cy="7133112"/>
        </p:xfrm>
        <a:graphic>
          <a:graphicData uri="http://schemas.openxmlformats.org/drawingml/2006/table">
            <a:tbl>
              <a:tblPr firstRow="1" bandRow="1"/>
              <a:tblGrid>
                <a:gridCol w="10534077">
                  <a:extLst>
                    <a:ext uri="{9D8B030D-6E8A-4147-A177-3AD203B41FA5}">
                      <a16:colId xmlns:a16="http://schemas.microsoft.com/office/drawing/2014/main" val="20000"/>
                    </a:ext>
                  </a:extLst>
                </a:gridCol>
              </a:tblGrid>
              <a:tr h="789462">
                <a:tc>
                  <a:txBody>
                    <a:bodyPr/>
                    <a:lstStyle>
                      <a:lvl1pPr marL="0" algn="l" defTabSz="2139605" rtl="0" eaLnBrk="1" latinLnBrk="0" hangingPunct="1">
                        <a:defRPr sz="4212" kern="1200">
                          <a:solidFill>
                            <a:schemeClr val="tx1"/>
                          </a:solidFill>
                          <a:latin typeface="Calibri"/>
                        </a:defRPr>
                      </a:lvl1pPr>
                      <a:lvl2pPr marL="1069802" algn="l" defTabSz="2139605" rtl="0" eaLnBrk="1" latinLnBrk="0" hangingPunct="1">
                        <a:defRPr sz="4212" kern="1200">
                          <a:solidFill>
                            <a:schemeClr val="tx1"/>
                          </a:solidFill>
                          <a:latin typeface="Calibri"/>
                        </a:defRPr>
                      </a:lvl2pPr>
                      <a:lvl3pPr marL="2139605" algn="l" defTabSz="2139605" rtl="0" eaLnBrk="1" latinLnBrk="0" hangingPunct="1">
                        <a:defRPr sz="4212" kern="1200">
                          <a:solidFill>
                            <a:schemeClr val="tx1"/>
                          </a:solidFill>
                          <a:latin typeface="Calibri"/>
                        </a:defRPr>
                      </a:lvl3pPr>
                      <a:lvl4pPr marL="3209407" algn="l" defTabSz="2139605" rtl="0" eaLnBrk="1" latinLnBrk="0" hangingPunct="1">
                        <a:defRPr sz="4212" kern="1200">
                          <a:solidFill>
                            <a:schemeClr val="tx1"/>
                          </a:solidFill>
                          <a:latin typeface="Calibri"/>
                        </a:defRPr>
                      </a:lvl4pPr>
                      <a:lvl5pPr marL="4279209" algn="l" defTabSz="2139605" rtl="0" eaLnBrk="1" latinLnBrk="0" hangingPunct="1">
                        <a:defRPr sz="4212" kern="1200">
                          <a:solidFill>
                            <a:schemeClr val="tx1"/>
                          </a:solidFill>
                          <a:latin typeface="Calibri"/>
                        </a:defRPr>
                      </a:lvl5pPr>
                      <a:lvl6pPr marL="5349011" algn="l" defTabSz="2139605" rtl="0" eaLnBrk="1" latinLnBrk="0" hangingPunct="1">
                        <a:defRPr sz="4212" kern="1200">
                          <a:solidFill>
                            <a:schemeClr val="tx1"/>
                          </a:solidFill>
                          <a:latin typeface="Calibri"/>
                        </a:defRPr>
                      </a:lvl6pPr>
                      <a:lvl7pPr marL="6418814" algn="l" defTabSz="2139605" rtl="0" eaLnBrk="1" latinLnBrk="0" hangingPunct="1">
                        <a:defRPr sz="4212" kern="1200">
                          <a:solidFill>
                            <a:schemeClr val="tx1"/>
                          </a:solidFill>
                          <a:latin typeface="Calibri"/>
                        </a:defRPr>
                      </a:lvl7pPr>
                      <a:lvl8pPr marL="7488616" algn="l" defTabSz="2139605" rtl="0" eaLnBrk="1" latinLnBrk="0" hangingPunct="1">
                        <a:defRPr sz="4212" kern="1200">
                          <a:solidFill>
                            <a:schemeClr val="tx1"/>
                          </a:solidFill>
                          <a:latin typeface="Calibri"/>
                        </a:defRPr>
                      </a:lvl8pPr>
                      <a:lvl9pPr marL="8558418" algn="l" defTabSz="2139605" rtl="0" eaLnBrk="1" latinLnBrk="0" hangingPunct="1">
                        <a:defRPr sz="4212" kern="1200">
                          <a:solidFill>
                            <a:schemeClr val="tx1"/>
                          </a:solidFill>
                          <a:latin typeface="Calibri"/>
                        </a:defRPr>
                      </a:lvl9pPr>
                    </a:lstStyle>
                    <a:p>
                      <a:pPr marL="1905" algn="ctr">
                        <a:lnSpc>
                          <a:spcPct val="100000"/>
                        </a:lnSpc>
                        <a:spcBef>
                          <a:spcPts val="120"/>
                        </a:spcBef>
                      </a:pPr>
                      <a:r>
                        <a:rPr lang="en-US" sz="3600" b="1" spc="-5" dirty="0">
                          <a:solidFill>
                            <a:srgbClr val="FFFFFF"/>
                          </a:solidFill>
                          <a:latin typeface="TH SarabunPSK" panose="020B0500040200020003" pitchFamily="34" charset="-34"/>
                          <a:cs typeface="TH SarabunPSK" panose="020B0500040200020003" pitchFamily="34" charset="-34"/>
                        </a:rPr>
                        <a:t>References</a:t>
                      </a:r>
                      <a:endParaRPr sz="3600" dirty="0">
                        <a:latin typeface="TH SarabunPSK" panose="020B0500040200020003" pitchFamily="34" charset="-34"/>
                        <a:cs typeface="TH SarabunPSK" panose="020B0500040200020003" pitchFamily="34" charset="-34"/>
                      </a:endParaRPr>
                    </a:p>
                  </a:txBody>
                  <a:tcPr marL="0" marR="0" marT="15240" marB="0" anchor="ctr">
                    <a:lnL>
                      <a:noFill/>
                    </a:lnL>
                    <a:lnR>
                      <a:noFill/>
                    </a:lnR>
                    <a:lnT w="3175">
                      <a:noFill/>
                      <a:prstDash val="solid"/>
                    </a:lnT>
                    <a:lnB>
                      <a:no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5666630">
                <a:tc>
                  <a:txBody>
                    <a:bodyPr/>
                    <a:lstStyle>
                      <a:lvl1pPr marL="0" algn="l" defTabSz="2139605" rtl="0" eaLnBrk="1" latinLnBrk="0" hangingPunct="1">
                        <a:defRPr sz="4212" kern="1200">
                          <a:solidFill>
                            <a:schemeClr val="tx1"/>
                          </a:solidFill>
                          <a:latin typeface="Calibri"/>
                        </a:defRPr>
                      </a:lvl1pPr>
                      <a:lvl2pPr marL="1069802" algn="l" defTabSz="2139605" rtl="0" eaLnBrk="1" latinLnBrk="0" hangingPunct="1">
                        <a:defRPr sz="4212" kern="1200">
                          <a:solidFill>
                            <a:schemeClr val="tx1"/>
                          </a:solidFill>
                          <a:latin typeface="Calibri"/>
                        </a:defRPr>
                      </a:lvl2pPr>
                      <a:lvl3pPr marL="2139605" algn="l" defTabSz="2139605" rtl="0" eaLnBrk="1" latinLnBrk="0" hangingPunct="1">
                        <a:defRPr sz="4212" kern="1200">
                          <a:solidFill>
                            <a:schemeClr val="tx1"/>
                          </a:solidFill>
                          <a:latin typeface="Calibri"/>
                        </a:defRPr>
                      </a:lvl3pPr>
                      <a:lvl4pPr marL="3209407" algn="l" defTabSz="2139605" rtl="0" eaLnBrk="1" latinLnBrk="0" hangingPunct="1">
                        <a:defRPr sz="4212" kern="1200">
                          <a:solidFill>
                            <a:schemeClr val="tx1"/>
                          </a:solidFill>
                          <a:latin typeface="Calibri"/>
                        </a:defRPr>
                      </a:lvl4pPr>
                      <a:lvl5pPr marL="4279209" algn="l" defTabSz="2139605" rtl="0" eaLnBrk="1" latinLnBrk="0" hangingPunct="1">
                        <a:defRPr sz="4212" kern="1200">
                          <a:solidFill>
                            <a:schemeClr val="tx1"/>
                          </a:solidFill>
                          <a:latin typeface="Calibri"/>
                        </a:defRPr>
                      </a:lvl5pPr>
                      <a:lvl6pPr marL="5349011" algn="l" defTabSz="2139605" rtl="0" eaLnBrk="1" latinLnBrk="0" hangingPunct="1">
                        <a:defRPr sz="4212" kern="1200">
                          <a:solidFill>
                            <a:schemeClr val="tx1"/>
                          </a:solidFill>
                          <a:latin typeface="Calibri"/>
                        </a:defRPr>
                      </a:lvl6pPr>
                      <a:lvl7pPr marL="6418814" algn="l" defTabSz="2139605" rtl="0" eaLnBrk="1" latinLnBrk="0" hangingPunct="1">
                        <a:defRPr sz="4212" kern="1200">
                          <a:solidFill>
                            <a:schemeClr val="tx1"/>
                          </a:solidFill>
                          <a:latin typeface="Calibri"/>
                        </a:defRPr>
                      </a:lvl7pPr>
                      <a:lvl8pPr marL="7488616" algn="l" defTabSz="2139605" rtl="0" eaLnBrk="1" latinLnBrk="0" hangingPunct="1">
                        <a:defRPr sz="4212" kern="1200">
                          <a:solidFill>
                            <a:schemeClr val="tx1"/>
                          </a:solidFill>
                          <a:latin typeface="Calibri"/>
                        </a:defRPr>
                      </a:lvl8pPr>
                      <a:lvl9pPr marL="8558418" algn="l" defTabSz="2139605" rtl="0" eaLnBrk="1" latinLnBrk="0" hangingPunct="1">
                        <a:defRPr sz="4212" kern="1200">
                          <a:solidFill>
                            <a:schemeClr val="tx1"/>
                          </a:solidFill>
                          <a:latin typeface="Calibri"/>
                        </a:defRPr>
                      </a:lvl9pPr>
                    </a:lstStyle>
                    <a:p>
                      <a:pPr marL="182880">
                        <a:lnSpc>
                          <a:spcPct val="100000"/>
                        </a:lnSpc>
                      </a:pPr>
                      <a:r>
                        <a:rPr lang="en-GB" sz="3200" dirty="0">
                          <a:latin typeface="TH SarabunPSK" panose="020B0500040200020003" pitchFamily="34" charset="-34"/>
                          <a:cs typeface="TH SarabunPSK" panose="020B0500040200020003" pitchFamily="34" charset="-34"/>
                        </a:rPr>
                        <a:t>1. Cannon CP, G. C. (2000). Relationship of Symptom-Onset-to-Balloon Time and Door-to-Balloon Time With Mortality in Patients Undergoing Angioplasty for Acute Myocardial Infarction. JAMA, 22(283), 2941–2947. Retrieved from doi:10.1001/jama.283.22.2941</a:t>
                      </a:r>
                    </a:p>
                    <a:p>
                      <a:pPr marL="182880">
                        <a:lnSpc>
                          <a:spcPct val="100000"/>
                        </a:lnSpc>
                      </a:pPr>
                      <a:r>
                        <a:rPr lang="en-GB" sz="3200" dirty="0">
                          <a:latin typeface="TH SarabunPSK" panose="020B0500040200020003" pitchFamily="34" charset="-34"/>
                          <a:cs typeface="TH SarabunPSK" panose="020B0500040200020003" pitchFamily="34" charset="-34"/>
                        </a:rPr>
                        <a:t>2. Robert Avram, William F. Fearon. (2024, 7 1). NEJM AI, 1(7). doi:10.1056/AIe2400472</a:t>
                      </a:r>
                    </a:p>
                    <a:p>
                      <a:pPr marL="182880">
                        <a:lnSpc>
                          <a:spcPct val="100000"/>
                        </a:lnSpc>
                      </a:pPr>
                      <a:r>
                        <a:rPr lang="en-GB" sz="3200" dirty="0">
                          <a:latin typeface="TH SarabunPSK" panose="020B0500040200020003" pitchFamily="34" charset="-34"/>
                          <a:cs typeface="TH SarabunPSK" panose="020B0500040200020003" pitchFamily="34" charset="-34"/>
                        </a:rPr>
                        <a:t>3. Sunil V. Rao, M. L. (2025). 2025 ACC/AHA/ACEP/NAEMSP/SCAI Guideline for the Management of Patients With Acute Coronary Syndromes: A Report of the American College of Cardiology/American Heart Association Joint Committee on Clinical Practice Guidelines. Circulation, 151(13).</a:t>
                      </a:r>
                    </a:p>
                    <a:p>
                      <a:pPr marL="182880">
                        <a:lnSpc>
                          <a:spcPct val="100000"/>
                        </a:lnSpc>
                      </a:pPr>
                      <a:endParaRPr lang="en-GB" sz="3200" dirty="0">
                        <a:latin typeface="TH SarabunPSK" panose="020B0500040200020003" pitchFamily="34" charset="-34"/>
                        <a:cs typeface="TH SarabunPSK" panose="020B0500040200020003" pitchFamily="34" charset="-34"/>
                      </a:endParaRPr>
                    </a:p>
                    <a:p>
                      <a:pPr marL="182880">
                        <a:lnSpc>
                          <a:spcPct val="100000"/>
                        </a:lnSpc>
                      </a:pPr>
                      <a:endParaRPr lang="en-ZA" sz="3200" dirty="0">
                        <a:latin typeface="TH SarabunPSK" panose="020B0500040200020003" pitchFamily="34" charset="-34"/>
                        <a:cs typeface="TH SarabunPSK" panose="020B0500040200020003" pitchFamily="34" charset="-34"/>
                      </a:endParaRPr>
                    </a:p>
                    <a:p>
                      <a:pPr marL="182880">
                        <a:lnSpc>
                          <a:spcPct val="100000"/>
                        </a:lnSpc>
                      </a:pPr>
                      <a:endParaRPr lang="en-ZA" sz="3200" dirty="0">
                        <a:latin typeface="TH SarabunPSK" panose="020B0500040200020003" pitchFamily="34" charset="-34"/>
                        <a:cs typeface="TH SarabunPSK" panose="020B0500040200020003" pitchFamily="34" charset="-34"/>
                      </a:endParaRPr>
                    </a:p>
                  </a:txBody>
                  <a:tcPr marL="0" marR="0" marT="3810" marB="0">
                    <a:lnL>
                      <a:noFill/>
                    </a:lnL>
                    <a:lnR>
                      <a:noFill/>
                    </a:lnR>
                    <a:lnT>
                      <a:noFill/>
                    </a:lnT>
                    <a:lnB>
                      <a:noFill/>
                    </a:lnB>
                    <a:lnTlToBr w="12700" cmpd="sng">
                      <a:noFill/>
                      <a:prstDash val="solid"/>
                    </a:lnTlToBr>
                    <a:lnBlToTr w="12700" cmpd="sng">
                      <a:noFill/>
                      <a:prstDash val="solid"/>
                    </a:lnBlToTr>
                    <a:solidFill>
                      <a:srgbClr val="F4F0E9"/>
                    </a:solidFill>
                  </a:tcPr>
                </a:tc>
                <a:extLst>
                  <a:ext uri="{0D108BD9-81ED-4DB2-BD59-A6C34878D82A}">
                    <a16:rowId xmlns:a16="http://schemas.microsoft.com/office/drawing/2014/main" val="10001"/>
                  </a:ext>
                </a:extLst>
              </a:tr>
            </a:tbl>
          </a:graphicData>
        </a:graphic>
      </p:graphicFrame>
      <p:graphicFrame>
        <p:nvGraphicFramePr>
          <p:cNvPr id="27" name="object 22">
            <a:extLst>
              <a:ext uri="{FF2B5EF4-FFF2-40B4-BE49-F238E27FC236}">
                <a16:creationId xmlns:a16="http://schemas.microsoft.com/office/drawing/2014/main" id="{B0C8BFD8-10C8-4356-976A-75AD1B4E604C}"/>
              </a:ext>
            </a:extLst>
          </p:cNvPr>
          <p:cNvGraphicFramePr>
            <a:graphicFrameLocks noGrp="1"/>
          </p:cNvGraphicFramePr>
          <p:nvPr>
            <p:extLst>
              <p:ext uri="{D42A27DB-BD31-4B8C-83A1-F6EECF244321}">
                <p14:modId xmlns:p14="http://schemas.microsoft.com/office/powerpoint/2010/main" val="3273818523"/>
              </p:ext>
            </p:extLst>
          </p:nvPr>
        </p:nvGraphicFramePr>
        <p:xfrm>
          <a:off x="274320" y="21386972"/>
          <a:ext cx="10149840" cy="8601810"/>
        </p:xfrm>
        <a:graphic>
          <a:graphicData uri="http://schemas.openxmlformats.org/drawingml/2006/table">
            <a:tbl>
              <a:tblPr firstRow="1" bandRow="1"/>
              <a:tblGrid>
                <a:gridCol w="10149840">
                  <a:extLst>
                    <a:ext uri="{9D8B030D-6E8A-4147-A177-3AD203B41FA5}">
                      <a16:colId xmlns:a16="http://schemas.microsoft.com/office/drawing/2014/main" val="20000"/>
                    </a:ext>
                  </a:extLst>
                </a:gridCol>
              </a:tblGrid>
              <a:tr h="830335">
                <a:tc>
                  <a:txBody>
                    <a:bodyPr/>
                    <a:lstStyle>
                      <a:lvl1pPr marL="0" algn="l" defTabSz="2139605" rtl="0" eaLnBrk="1" latinLnBrk="0" hangingPunct="1">
                        <a:defRPr sz="4212" kern="1200">
                          <a:solidFill>
                            <a:schemeClr val="tx1"/>
                          </a:solidFill>
                          <a:latin typeface="Calibri"/>
                        </a:defRPr>
                      </a:lvl1pPr>
                      <a:lvl2pPr marL="1069802" algn="l" defTabSz="2139605" rtl="0" eaLnBrk="1" latinLnBrk="0" hangingPunct="1">
                        <a:defRPr sz="4212" kern="1200">
                          <a:solidFill>
                            <a:schemeClr val="tx1"/>
                          </a:solidFill>
                          <a:latin typeface="Calibri"/>
                        </a:defRPr>
                      </a:lvl2pPr>
                      <a:lvl3pPr marL="2139605" algn="l" defTabSz="2139605" rtl="0" eaLnBrk="1" latinLnBrk="0" hangingPunct="1">
                        <a:defRPr sz="4212" kern="1200">
                          <a:solidFill>
                            <a:schemeClr val="tx1"/>
                          </a:solidFill>
                          <a:latin typeface="Calibri"/>
                        </a:defRPr>
                      </a:lvl3pPr>
                      <a:lvl4pPr marL="3209407" algn="l" defTabSz="2139605" rtl="0" eaLnBrk="1" latinLnBrk="0" hangingPunct="1">
                        <a:defRPr sz="4212" kern="1200">
                          <a:solidFill>
                            <a:schemeClr val="tx1"/>
                          </a:solidFill>
                          <a:latin typeface="Calibri"/>
                        </a:defRPr>
                      </a:lvl4pPr>
                      <a:lvl5pPr marL="4279209" algn="l" defTabSz="2139605" rtl="0" eaLnBrk="1" latinLnBrk="0" hangingPunct="1">
                        <a:defRPr sz="4212" kern="1200">
                          <a:solidFill>
                            <a:schemeClr val="tx1"/>
                          </a:solidFill>
                          <a:latin typeface="Calibri"/>
                        </a:defRPr>
                      </a:lvl5pPr>
                      <a:lvl6pPr marL="5349011" algn="l" defTabSz="2139605" rtl="0" eaLnBrk="1" latinLnBrk="0" hangingPunct="1">
                        <a:defRPr sz="4212" kern="1200">
                          <a:solidFill>
                            <a:schemeClr val="tx1"/>
                          </a:solidFill>
                          <a:latin typeface="Calibri"/>
                        </a:defRPr>
                      </a:lvl6pPr>
                      <a:lvl7pPr marL="6418814" algn="l" defTabSz="2139605" rtl="0" eaLnBrk="1" latinLnBrk="0" hangingPunct="1">
                        <a:defRPr sz="4212" kern="1200">
                          <a:solidFill>
                            <a:schemeClr val="tx1"/>
                          </a:solidFill>
                          <a:latin typeface="Calibri"/>
                        </a:defRPr>
                      </a:lvl7pPr>
                      <a:lvl8pPr marL="7488616" algn="l" defTabSz="2139605" rtl="0" eaLnBrk="1" latinLnBrk="0" hangingPunct="1">
                        <a:defRPr sz="4212" kern="1200">
                          <a:solidFill>
                            <a:schemeClr val="tx1"/>
                          </a:solidFill>
                          <a:latin typeface="Calibri"/>
                        </a:defRPr>
                      </a:lvl8pPr>
                      <a:lvl9pPr marL="8558418" algn="l" defTabSz="2139605" rtl="0" eaLnBrk="1" latinLnBrk="0" hangingPunct="1">
                        <a:defRPr sz="4212" kern="1200">
                          <a:solidFill>
                            <a:schemeClr val="tx1"/>
                          </a:solidFill>
                          <a:latin typeface="Calibri"/>
                        </a:defRPr>
                      </a:lvl9pPr>
                    </a:lstStyle>
                    <a:p>
                      <a:pPr marL="1905" algn="ctr">
                        <a:lnSpc>
                          <a:spcPct val="100000"/>
                        </a:lnSpc>
                        <a:spcBef>
                          <a:spcPts val="120"/>
                        </a:spcBef>
                      </a:pPr>
                      <a:r>
                        <a:rPr lang="en-US" sz="3600" b="1" spc="-5" dirty="0">
                          <a:solidFill>
                            <a:srgbClr val="FFFFFF"/>
                          </a:solidFill>
                          <a:latin typeface="TH SarabunPSK" panose="020B0500040200020003" pitchFamily="34" charset="-34"/>
                          <a:cs typeface="TH SarabunPSK" panose="020B0500040200020003" pitchFamily="34" charset="-34"/>
                        </a:rPr>
                        <a:t>Methods</a:t>
                      </a:r>
                      <a:endParaRPr sz="3600" dirty="0">
                        <a:latin typeface="TH SarabunPSK" panose="020B0500040200020003" pitchFamily="34" charset="-34"/>
                        <a:cs typeface="TH SarabunPSK" panose="020B0500040200020003" pitchFamily="34" charset="-34"/>
                      </a:endParaRPr>
                    </a:p>
                  </a:txBody>
                  <a:tcPr marL="0" marR="0" marT="15240" marB="0" anchor="ctr">
                    <a:lnL>
                      <a:noFill/>
                    </a:lnL>
                    <a:lnR>
                      <a:noFill/>
                    </a:lnR>
                    <a:lnT w="3175">
                      <a:noFill/>
                      <a:prstDash val="solid"/>
                    </a:lnT>
                    <a:lnB>
                      <a:no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7771475">
                <a:tc>
                  <a:txBody>
                    <a:bodyPr/>
                    <a:lstStyle>
                      <a:lvl1pPr marL="0" algn="l" defTabSz="2139605" rtl="0" eaLnBrk="1" latinLnBrk="0" hangingPunct="1">
                        <a:defRPr sz="4212" kern="1200">
                          <a:solidFill>
                            <a:schemeClr val="tx1"/>
                          </a:solidFill>
                          <a:latin typeface="Calibri"/>
                        </a:defRPr>
                      </a:lvl1pPr>
                      <a:lvl2pPr marL="1069802" algn="l" defTabSz="2139605" rtl="0" eaLnBrk="1" latinLnBrk="0" hangingPunct="1">
                        <a:defRPr sz="4212" kern="1200">
                          <a:solidFill>
                            <a:schemeClr val="tx1"/>
                          </a:solidFill>
                          <a:latin typeface="Calibri"/>
                        </a:defRPr>
                      </a:lvl2pPr>
                      <a:lvl3pPr marL="2139605" algn="l" defTabSz="2139605" rtl="0" eaLnBrk="1" latinLnBrk="0" hangingPunct="1">
                        <a:defRPr sz="4212" kern="1200">
                          <a:solidFill>
                            <a:schemeClr val="tx1"/>
                          </a:solidFill>
                          <a:latin typeface="Calibri"/>
                        </a:defRPr>
                      </a:lvl3pPr>
                      <a:lvl4pPr marL="3209407" algn="l" defTabSz="2139605" rtl="0" eaLnBrk="1" latinLnBrk="0" hangingPunct="1">
                        <a:defRPr sz="4212" kern="1200">
                          <a:solidFill>
                            <a:schemeClr val="tx1"/>
                          </a:solidFill>
                          <a:latin typeface="Calibri"/>
                        </a:defRPr>
                      </a:lvl4pPr>
                      <a:lvl5pPr marL="4279209" algn="l" defTabSz="2139605" rtl="0" eaLnBrk="1" latinLnBrk="0" hangingPunct="1">
                        <a:defRPr sz="4212" kern="1200">
                          <a:solidFill>
                            <a:schemeClr val="tx1"/>
                          </a:solidFill>
                          <a:latin typeface="Calibri"/>
                        </a:defRPr>
                      </a:lvl5pPr>
                      <a:lvl6pPr marL="5349011" algn="l" defTabSz="2139605" rtl="0" eaLnBrk="1" latinLnBrk="0" hangingPunct="1">
                        <a:defRPr sz="4212" kern="1200">
                          <a:solidFill>
                            <a:schemeClr val="tx1"/>
                          </a:solidFill>
                          <a:latin typeface="Calibri"/>
                        </a:defRPr>
                      </a:lvl6pPr>
                      <a:lvl7pPr marL="6418814" algn="l" defTabSz="2139605" rtl="0" eaLnBrk="1" latinLnBrk="0" hangingPunct="1">
                        <a:defRPr sz="4212" kern="1200">
                          <a:solidFill>
                            <a:schemeClr val="tx1"/>
                          </a:solidFill>
                          <a:latin typeface="Calibri"/>
                        </a:defRPr>
                      </a:lvl7pPr>
                      <a:lvl8pPr marL="7488616" algn="l" defTabSz="2139605" rtl="0" eaLnBrk="1" latinLnBrk="0" hangingPunct="1">
                        <a:defRPr sz="4212" kern="1200">
                          <a:solidFill>
                            <a:schemeClr val="tx1"/>
                          </a:solidFill>
                          <a:latin typeface="Calibri"/>
                        </a:defRPr>
                      </a:lvl8pPr>
                      <a:lvl9pPr marL="8558418" algn="l" defTabSz="2139605" rtl="0" eaLnBrk="1" latinLnBrk="0" hangingPunct="1">
                        <a:defRPr sz="4212" kern="1200">
                          <a:solidFill>
                            <a:schemeClr val="tx1"/>
                          </a:solidFill>
                          <a:latin typeface="Calibri"/>
                        </a:defRPr>
                      </a:lvl9pPr>
                    </a:lstStyle>
                    <a:p>
                      <a:pPr>
                        <a:lnSpc>
                          <a:spcPct val="100000"/>
                        </a:lnSpc>
                        <a:spcBef>
                          <a:spcPts val="30"/>
                        </a:spcBef>
                      </a:pPr>
                      <a:endParaRPr sz="1250" dirty="0">
                        <a:latin typeface="TH SarabunPSK" panose="020B0500040200020003" pitchFamily="34" charset="-34"/>
                        <a:cs typeface="TH SarabunPSK" panose="020B0500040200020003" pitchFamily="34" charset="-34"/>
                      </a:endParaRPr>
                    </a:p>
                    <a:p>
                      <a:pPr marL="182880">
                        <a:lnSpc>
                          <a:spcPct val="100000"/>
                        </a:lnSpc>
                      </a:pPr>
                      <a:r>
                        <a:rPr lang="en-US" sz="3200" dirty="0">
                          <a:latin typeface="TH SarabunPSK" panose="020B0500040200020003" pitchFamily="34" charset="-34"/>
                          <a:cs typeface="TH SarabunPSK" panose="020B0500040200020003" pitchFamily="34" charset="-34"/>
                        </a:rPr>
                        <a:t>The approach was to be able to classify patients on whether they needed  cardiac catheterization or not based on information in the Electronic Health Record (EHR). We used the mimic-iv-ext-cardiac-disease-1.0.0 dataset from the MIT computational physiology lab. The dataset consisted of patients with heart conditions. We used a four methods to classify patients that needed cardiac catheterization based on the EHR text. 1. Term Frequency - Inverse Document Frequency (TF-IDF) 2. Baseline BERT Model 3. BERT plus Knowledge graph</a:t>
                      </a:r>
                    </a:p>
                    <a:p>
                      <a:pPr marL="182880">
                        <a:lnSpc>
                          <a:spcPct val="100000"/>
                        </a:lnSpc>
                      </a:pPr>
                      <a:r>
                        <a:rPr lang="en-US" sz="3200" dirty="0">
                          <a:latin typeface="TH SarabunPSK" panose="020B0500040200020003" pitchFamily="34" charset="-34"/>
                          <a:cs typeface="TH SarabunPSK" panose="020B0500040200020003" pitchFamily="34" charset="-34"/>
                        </a:rPr>
                        <a:t>4. LLM plus Knowledge Graph. </a:t>
                      </a:r>
                    </a:p>
                    <a:p>
                      <a:pPr marL="182880" algn="ctr">
                        <a:lnSpc>
                          <a:spcPct val="100000"/>
                        </a:lnSpc>
                      </a:pPr>
                      <a:endParaRPr lang="en-US" sz="3200" dirty="0">
                        <a:latin typeface="TH SarabunPSK" panose="020B0500040200020003" pitchFamily="34" charset="-34"/>
                        <a:cs typeface="TH SarabunPSK" panose="020B0500040200020003" pitchFamily="34" charset="-34"/>
                      </a:endParaRPr>
                    </a:p>
                    <a:p>
                      <a:pPr marL="182880" algn="ctr">
                        <a:lnSpc>
                          <a:spcPct val="100000"/>
                        </a:lnSpc>
                      </a:pPr>
                      <a:endParaRPr lang="en-US" sz="3200" dirty="0">
                        <a:latin typeface="TH SarabunPSK" panose="020B0500040200020003" pitchFamily="34" charset="-34"/>
                        <a:cs typeface="TH SarabunPSK" panose="020B0500040200020003" pitchFamily="34" charset="-34"/>
                      </a:endParaRPr>
                    </a:p>
                    <a:p>
                      <a:pPr marL="182880" algn="ctr">
                        <a:lnSpc>
                          <a:spcPct val="100000"/>
                        </a:lnSpc>
                      </a:pPr>
                      <a:endParaRPr lang="en-US" sz="3200" dirty="0">
                        <a:latin typeface="TH SarabunPSK" panose="020B0500040200020003" pitchFamily="34" charset="-34"/>
                        <a:cs typeface="TH SarabunPSK" panose="020B0500040200020003" pitchFamily="34" charset="-34"/>
                      </a:endParaRPr>
                    </a:p>
                    <a:p>
                      <a:pPr marL="182880">
                        <a:lnSpc>
                          <a:spcPct val="100000"/>
                        </a:lnSpc>
                      </a:pPr>
                      <a:endParaRPr lang="en-US" sz="3200" dirty="0">
                        <a:latin typeface="TH SarabunPSK" panose="020B0500040200020003" pitchFamily="34" charset="-34"/>
                        <a:cs typeface="TH SarabunPSK" panose="020B0500040200020003" pitchFamily="34" charset="-34"/>
                      </a:endParaRPr>
                    </a:p>
                  </a:txBody>
                  <a:tcPr marL="0" marR="0" marT="3810" marB="0">
                    <a:lnL>
                      <a:noFill/>
                    </a:lnL>
                    <a:lnR>
                      <a:noFill/>
                    </a:lnR>
                    <a:lnT>
                      <a:noFill/>
                    </a:lnT>
                    <a:lnB>
                      <a:noFill/>
                    </a:lnB>
                    <a:lnTlToBr w="12700" cmpd="sng">
                      <a:noFill/>
                      <a:prstDash val="solid"/>
                    </a:lnTlToBr>
                    <a:lnBlToTr w="12700" cmpd="sng">
                      <a:noFill/>
                      <a:prstDash val="solid"/>
                    </a:lnBlToTr>
                    <a:solidFill>
                      <a:srgbClr val="F4F0E9"/>
                    </a:solidFill>
                  </a:tcPr>
                </a:tc>
                <a:extLst>
                  <a:ext uri="{0D108BD9-81ED-4DB2-BD59-A6C34878D82A}">
                    <a16:rowId xmlns:a16="http://schemas.microsoft.com/office/drawing/2014/main" val="10001"/>
                  </a:ext>
                </a:extLst>
              </a:tr>
            </a:tbl>
          </a:graphicData>
        </a:graphic>
      </p:graphicFrame>
      <p:graphicFrame>
        <p:nvGraphicFramePr>
          <p:cNvPr id="29" name="object 22">
            <a:extLst>
              <a:ext uri="{FF2B5EF4-FFF2-40B4-BE49-F238E27FC236}">
                <a16:creationId xmlns:a16="http://schemas.microsoft.com/office/drawing/2014/main" id="{E86DA0F1-04DD-4126-B0C8-03FCBC73D56C}"/>
              </a:ext>
            </a:extLst>
          </p:cNvPr>
          <p:cNvGraphicFramePr>
            <a:graphicFrameLocks noGrp="1"/>
          </p:cNvGraphicFramePr>
          <p:nvPr>
            <p:extLst>
              <p:ext uri="{D42A27DB-BD31-4B8C-83A1-F6EECF244321}">
                <p14:modId xmlns:p14="http://schemas.microsoft.com/office/powerpoint/2010/main" val="343582800"/>
              </p:ext>
            </p:extLst>
          </p:nvPr>
        </p:nvGraphicFramePr>
        <p:xfrm>
          <a:off x="10698162" y="6732881"/>
          <a:ext cx="10143692" cy="12481094"/>
        </p:xfrm>
        <a:graphic>
          <a:graphicData uri="http://schemas.openxmlformats.org/drawingml/2006/table">
            <a:tbl>
              <a:tblPr firstRow="1" bandRow="1"/>
              <a:tblGrid>
                <a:gridCol w="10143692">
                  <a:extLst>
                    <a:ext uri="{9D8B030D-6E8A-4147-A177-3AD203B41FA5}">
                      <a16:colId xmlns:a16="http://schemas.microsoft.com/office/drawing/2014/main" val="20000"/>
                    </a:ext>
                  </a:extLst>
                </a:gridCol>
              </a:tblGrid>
              <a:tr h="769393">
                <a:tc>
                  <a:txBody>
                    <a:bodyPr/>
                    <a:lstStyle>
                      <a:lvl1pPr marL="0" algn="l" defTabSz="2139605" rtl="0" eaLnBrk="1" latinLnBrk="0" hangingPunct="1">
                        <a:defRPr sz="4212" kern="1200">
                          <a:solidFill>
                            <a:schemeClr val="tx1"/>
                          </a:solidFill>
                          <a:latin typeface="Calibri"/>
                        </a:defRPr>
                      </a:lvl1pPr>
                      <a:lvl2pPr marL="1069802" algn="l" defTabSz="2139605" rtl="0" eaLnBrk="1" latinLnBrk="0" hangingPunct="1">
                        <a:defRPr sz="4212" kern="1200">
                          <a:solidFill>
                            <a:schemeClr val="tx1"/>
                          </a:solidFill>
                          <a:latin typeface="Calibri"/>
                        </a:defRPr>
                      </a:lvl2pPr>
                      <a:lvl3pPr marL="2139605" algn="l" defTabSz="2139605" rtl="0" eaLnBrk="1" latinLnBrk="0" hangingPunct="1">
                        <a:defRPr sz="4212" kern="1200">
                          <a:solidFill>
                            <a:schemeClr val="tx1"/>
                          </a:solidFill>
                          <a:latin typeface="Calibri"/>
                        </a:defRPr>
                      </a:lvl3pPr>
                      <a:lvl4pPr marL="3209407" algn="l" defTabSz="2139605" rtl="0" eaLnBrk="1" latinLnBrk="0" hangingPunct="1">
                        <a:defRPr sz="4212" kern="1200">
                          <a:solidFill>
                            <a:schemeClr val="tx1"/>
                          </a:solidFill>
                          <a:latin typeface="Calibri"/>
                        </a:defRPr>
                      </a:lvl4pPr>
                      <a:lvl5pPr marL="4279209" algn="l" defTabSz="2139605" rtl="0" eaLnBrk="1" latinLnBrk="0" hangingPunct="1">
                        <a:defRPr sz="4212" kern="1200">
                          <a:solidFill>
                            <a:schemeClr val="tx1"/>
                          </a:solidFill>
                          <a:latin typeface="Calibri"/>
                        </a:defRPr>
                      </a:lvl5pPr>
                      <a:lvl6pPr marL="5349011" algn="l" defTabSz="2139605" rtl="0" eaLnBrk="1" latinLnBrk="0" hangingPunct="1">
                        <a:defRPr sz="4212" kern="1200">
                          <a:solidFill>
                            <a:schemeClr val="tx1"/>
                          </a:solidFill>
                          <a:latin typeface="Calibri"/>
                        </a:defRPr>
                      </a:lvl6pPr>
                      <a:lvl7pPr marL="6418814" algn="l" defTabSz="2139605" rtl="0" eaLnBrk="1" latinLnBrk="0" hangingPunct="1">
                        <a:defRPr sz="4212" kern="1200">
                          <a:solidFill>
                            <a:schemeClr val="tx1"/>
                          </a:solidFill>
                          <a:latin typeface="Calibri"/>
                        </a:defRPr>
                      </a:lvl7pPr>
                      <a:lvl8pPr marL="7488616" algn="l" defTabSz="2139605" rtl="0" eaLnBrk="1" latinLnBrk="0" hangingPunct="1">
                        <a:defRPr sz="4212" kern="1200">
                          <a:solidFill>
                            <a:schemeClr val="tx1"/>
                          </a:solidFill>
                          <a:latin typeface="Calibri"/>
                        </a:defRPr>
                      </a:lvl8pPr>
                      <a:lvl9pPr marL="8558418" algn="l" defTabSz="2139605" rtl="0" eaLnBrk="1" latinLnBrk="0" hangingPunct="1">
                        <a:defRPr sz="4212" kern="1200">
                          <a:solidFill>
                            <a:schemeClr val="tx1"/>
                          </a:solidFill>
                          <a:latin typeface="Calibri"/>
                        </a:defRPr>
                      </a:lvl9pPr>
                    </a:lstStyle>
                    <a:p>
                      <a:pPr marL="1905" algn="ctr">
                        <a:lnSpc>
                          <a:spcPct val="100000"/>
                        </a:lnSpc>
                        <a:spcBef>
                          <a:spcPts val="120"/>
                        </a:spcBef>
                      </a:pPr>
                      <a:r>
                        <a:rPr lang="en-US" sz="3600" b="1" spc="-5" dirty="0">
                          <a:solidFill>
                            <a:srgbClr val="FFFFFF"/>
                          </a:solidFill>
                          <a:latin typeface="TH SarabunPSK" panose="020B0500040200020003" pitchFamily="34" charset="-34"/>
                          <a:cs typeface="TH SarabunPSK" panose="020B0500040200020003" pitchFamily="34" charset="-34"/>
                        </a:rPr>
                        <a:t>Results</a:t>
                      </a:r>
                      <a:endParaRPr sz="3600" dirty="0">
                        <a:latin typeface="TH SarabunPSK" panose="020B0500040200020003" pitchFamily="34" charset="-34"/>
                        <a:cs typeface="TH SarabunPSK" panose="020B0500040200020003" pitchFamily="34" charset="-34"/>
                      </a:endParaRPr>
                    </a:p>
                  </a:txBody>
                  <a:tcPr marL="0" marR="0" marT="15240" marB="0" anchor="ctr">
                    <a:lnL>
                      <a:noFill/>
                    </a:lnL>
                    <a:lnR>
                      <a:noFill/>
                    </a:lnR>
                    <a:lnT w="3175">
                      <a:noFill/>
                      <a:prstDash val="solid"/>
                    </a:lnT>
                    <a:lnB>
                      <a:no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11711701">
                <a:tc>
                  <a:txBody>
                    <a:bodyPr/>
                    <a:lstStyle>
                      <a:lvl1pPr marL="0" algn="l" defTabSz="2139605" rtl="0" eaLnBrk="1" latinLnBrk="0" hangingPunct="1">
                        <a:defRPr sz="4212" kern="1200">
                          <a:solidFill>
                            <a:schemeClr val="tx1"/>
                          </a:solidFill>
                          <a:latin typeface="Calibri"/>
                        </a:defRPr>
                      </a:lvl1pPr>
                      <a:lvl2pPr marL="1069802" algn="l" defTabSz="2139605" rtl="0" eaLnBrk="1" latinLnBrk="0" hangingPunct="1">
                        <a:defRPr sz="4212" kern="1200">
                          <a:solidFill>
                            <a:schemeClr val="tx1"/>
                          </a:solidFill>
                          <a:latin typeface="Calibri"/>
                        </a:defRPr>
                      </a:lvl2pPr>
                      <a:lvl3pPr marL="2139605" algn="l" defTabSz="2139605" rtl="0" eaLnBrk="1" latinLnBrk="0" hangingPunct="1">
                        <a:defRPr sz="4212" kern="1200">
                          <a:solidFill>
                            <a:schemeClr val="tx1"/>
                          </a:solidFill>
                          <a:latin typeface="Calibri"/>
                        </a:defRPr>
                      </a:lvl3pPr>
                      <a:lvl4pPr marL="3209407" algn="l" defTabSz="2139605" rtl="0" eaLnBrk="1" latinLnBrk="0" hangingPunct="1">
                        <a:defRPr sz="4212" kern="1200">
                          <a:solidFill>
                            <a:schemeClr val="tx1"/>
                          </a:solidFill>
                          <a:latin typeface="Calibri"/>
                        </a:defRPr>
                      </a:lvl4pPr>
                      <a:lvl5pPr marL="4279209" algn="l" defTabSz="2139605" rtl="0" eaLnBrk="1" latinLnBrk="0" hangingPunct="1">
                        <a:defRPr sz="4212" kern="1200">
                          <a:solidFill>
                            <a:schemeClr val="tx1"/>
                          </a:solidFill>
                          <a:latin typeface="Calibri"/>
                        </a:defRPr>
                      </a:lvl5pPr>
                      <a:lvl6pPr marL="5349011" algn="l" defTabSz="2139605" rtl="0" eaLnBrk="1" latinLnBrk="0" hangingPunct="1">
                        <a:defRPr sz="4212" kern="1200">
                          <a:solidFill>
                            <a:schemeClr val="tx1"/>
                          </a:solidFill>
                          <a:latin typeface="Calibri"/>
                        </a:defRPr>
                      </a:lvl6pPr>
                      <a:lvl7pPr marL="6418814" algn="l" defTabSz="2139605" rtl="0" eaLnBrk="1" latinLnBrk="0" hangingPunct="1">
                        <a:defRPr sz="4212" kern="1200">
                          <a:solidFill>
                            <a:schemeClr val="tx1"/>
                          </a:solidFill>
                          <a:latin typeface="Calibri"/>
                        </a:defRPr>
                      </a:lvl7pPr>
                      <a:lvl8pPr marL="7488616" algn="l" defTabSz="2139605" rtl="0" eaLnBrk="1" latinLnBrk="0" hangingPunct="1">
                        <a:defRPr sz="4212" kern="1200">
                          <a:solidFill>
                            <a:schemeClr val="tx1"/>
                          </a:solidFill>
                          <a:latin typeface="Calibri"/>
                        </a:defRPr>
                      </a:lvl8pPr>
                      <a:lvl9pPr marL="8558418" algn="l" defTabSz="2139605" rtl="0" eaLnBrk="1" latinLnBrk="0" hangingPunct="1">
                        <a:defRPr sz="4212" kern="1200">
                          <a:solidFill>
                            <a:schemeClr val="tx1"/>
                          </a:solidFill>
                          <a:latin typeface="Calibri"/>
                        </a:defRPr>
                      </a:lvl9pPr>
                    </a:lstStyle>
                    <a:p>
                      <a:pPr>
                        <a:lnSpc>
                          <a:spcPct val="100000"/>
                        </a:lnSpc>
                        <a:spcBef>
                          <a:spcPts val="30"/>
                        </a:spcBef>
                      </a:pPr>
                      <a:endParaRPr sz="1250" dirty="0">
                        <a:latin typeface="TH SarabunPSK" panose="020B0500040200020003" pitchFamily="34" charset="-34"/>
                        <a:cs typeface="TH SarabunPSK" panose="020B0500040200020003" pitchFamily="34" charset="-34"/>
                      </a:endParaRPr>
                    </a:p>
                    <a:p>
                      <a:pPr marL="182880">
                        <a:lnSpc>
                          <a:spcPct val="100000"/>
                        </a:lnSpc>
                      </a:pPr>
                      <a:r>
                        <a:rPr lang="en-US" sz="3200" dirty="0">
                          <a:latin typeface="TH SarabunPSK" panose="020B0500040200020003" pitchFamily="34" charset="-34"/>
                          <a:cs typeface="TH SarabunPSK" panose="020B0500040200020003" pitchFamily="34" charset="-34"/>
                        </a:rPr>
                        <a:t> </a:t>
                      </a: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p>
                      <a:pPr marL="182880">
                        <a:lnSpc>
                          <a:spcPct val="100000"/>
                        </a:lnSpc>
                      </a:pPr>
                      <a:endParaRPr lang="en-ZA" sz="2800" dirty="0">
                        <a:latin typeface="TH SarabunPSK" panose="020B0500040200020003" pitchFamily="34" charset="-34"/>
                        <a:cs typeface="TH SarabunPSK" panose="020B0500040200020003" pitchFamily="34" charset="-34"/>
                      </a:endParaRPr>
                    </a:p>
                  </a:txBody>
                  <a:tcPr marL="0" marR="0" marT="3810" marB="0">
                    <a:lnL>
                      <a:noFill/>
                    </a:lnL>
                    <a:lnR>
                      <a:noFill/>
                    </a:lnR>
                    <a:lnT>
                      <a:noFill/>
                    </a:lnT>
                    <a:lnB>
                      <a:noFill/>
                    </a:lnB>
                    <a:lnTlToBr w="12700" cmpd="sng">
                      <a:noFill/>
                      <a:prstDash val="solid"/>
                    </a:lnTlToBr>
                    <a:lnBlToTr w="12700" cmpd="sng">
                      <a:noFill/>
                      <a:prstDash val="solid"/>
                    </a:lnBlToTr>
                    <a:solidFill>
                      <a:srgbClr val="F4F0E9"/>
                    </a:solidFill>
                  </a:tcPr>
                </a:tc>
                <a:extLst>
                  <a:ext uri="{0D108BD9-81ED-4DB2-BD59-A6C34878D82A}">
                    <a16:rowId xmlns:a16="http://schemas.microsoft.com/office/drawing/2014/main" val="10001"/>
                  </a:ext>
                </a:extLst>
              </a:tr>
            </a:tbl>
          </a:graphicData>
        </a:graphic>
      </p:graphicFrame>
      <p:sp>
        <p:nvSpPr>
          <p:cNvPr id="33" name="Rectangle 6">
            <a:extLst>
              <a:ext uri="{FF2B5EF4-FFF2-40B4-BE49-F238E27FC236}">
                <a16:creationId xmlns:a16="http://schemas.microsoft.com/office/drawing/2014/main" id="{97ACF6EC-2C2E-4BD6-A637-5DDF515E96F5}"/>
              </a:ext>
            </a:extLst>
          </p:cNvPr>
          <p:cNvSpPr>
            <a:spLocks noChangeArrowheads="1"/>
          </p:cNvSpPr>
          <p:nvPr/>
        </p:nvSpPr>
        <p:spPr bwMode="auto">
          <a:xfrm>
            <a:off x="2743200" y="24654460"/>
            <a:ext cx="2528544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28" name="Picture 4" descr="Department of Computer and Systems Sciences (DSV) at Stockholm University |  LinkedIn">
            <a:extLst>
              <a:ext uri="{FF2B5EF4-FFF2-40B4-BE49-F238E27FC236}">
                <a16:creationId xmlns:a16="http://schemas.microsoft.com/office/drawing/2014/main" id="{5E85B75B-53C4-0FAE-06ED-D185A6B49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
            <a:ext cx="1665393" cy="15537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Department of Computer and Systems Sciences (DSV) at Stockholm University |  LinkedIn">
            <a:extLst>
              <a:ext uri="{FF2B5EF4-FFF2-40B4-BE49-F238E27FC236}">
                <a16:creationId xmlns:a16="http://schemas.microsoft.com/office/drawing/2014/main" id="{A47C92D9-BB14-3EF2-6D51-0804B42EE4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0932" y="-1"/>
            <a:ext cx="1665393" cy="155370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9470DE04-034E-4570-A5D8-6346A6B383F9}"/>
              </a:ext>
            </a:extLst>
          </p:cNvPr>
          <p:cNvGraphicFramePr>
            <a:graphicFrameLocks noGrp="1"/>
          </p:cNvGraphicFramePr>
          <p:nvPr>
            <p:extLst>
              <p:ext uri="{D42A27DB-BD31-4B8C-83A1-F6EECF244321}">
                <p14:modId xmlns:p14="http://schemas.microsoft.com/office/powerpoint/2010/main" val="3565141533"/>
              </p:ext>
            </p:extLst>
          </p:nvPr>
        </p:nvGraphicFramePr>
        <p:xfrm>
          <a:off x="10926232" y="8603928"/>
          <a:ext cx="8804699" cy="2926080"/>
        </p:xfrm>
        <a:graphic>
          <a:graphicData uri="http://schemas.openxmlformats.org/drawingml/2006/table">
            <a:tbl>
              <a:tblPr firstRow="1" firstCol="1" lastRow="1" lastCol="1" bandRow="1" bandCol="1"/>
              <a:tblGrid>
                <a:gridCol w="2538836">
                  <a:extLst>
                    <a:ext uri="{9D8B030D-6E8A-4147-A177-3AD203B41FA5}">
                      <a16:colId xmlns:a16="http://schemas.microsoft.com/office/drawing/2014/main" val="1352617459"/>
                    </a:ext>
                  </a:extLst>
                </a:gridCol>
                <a:gridCol w="1447255">
                  <a:extLst>
                    <a:ext uri="{9D8B030D-6E8A-4147-A177-3AD203B41FA5}">
                      <a16:colId xmlns:a16="http://schemas.microsoft.com/office/drawing/2014/main" val="2758061288"/>
                    </a:ext>
                  </a:extLst>
                </a:gridCol>
                <a:gridCol w="1832075">
                  <a:extLst>
                    <a:ext uri="{9D8B030D-6E8A-4147-A177-3AD203B41FA5}">
                      <a16:colId xmlns:a16="http://schemas.microsoft.com/office/drawing/2014/main" val="3245172871"/>
                    </a:ext>
                  </a:extLst>
                </a:gridCol>
                <a:gridCol w="1614569">
                  <a:extLst>
                    <a:ext uri="{9D8B030D-6E8A-4147-A177-3AD203B41FA5}">
                      <a16:colId xmlns:a16="http://schemas.microsoft.com/office/drawing/2014/main" val="1321357079"/>
                    </a:ext>
                  </a:extLst>
                </a:gridCol>
                <a:gridCol w="1371964">
                  <a:extLst>
                    <a:ext uri="{9D8B030D-6E8A-4147-A177-3AD203B41FA5}">
                      <a16:colId xmlns:a16="http://schemas.microsoft.com/office/drawing/2014/main" val="116693498"/>
                    </a:ext>
                  </a:extLst>
                </a:gridCol>
              </a:tblGrid>
              <a:tr h="453622">
                <a:tc>
                  <a:txBody>
                    <a:bodyPr/>
                    <a:lstStyle/>
                    <a:p>
                      <a:pPr algn="ctr"/>
                      <a:endParaRPr lang="en-US" sz="3200" dirty="0">
                        <a:solidFill>
                          <a:schemeClr val="bg1"/>
                        </a:solidFill>
                        <a:latin typeface="TH SarabunPSK" panose="020B0500040200020003" pitchFamily="34" charset="-34"/>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marL="0" marR="0" indent="0" algn="ctr">
                        <a:spcBef>
                          <a:spcPts val="0"/>
                        </a:spcBef>
                        <a:spcAft>
                          <a:spcPts val="0"/>
                        </a:spcAft>
                      </a:pPr>
                      <a:r>
                        <a:rPr lang="en-US" sz="3200" kern="100" dirty="0">
                          <a:solidFill>
                            <a:schemeClr val="bg1"/>
                          </a:solidFill>
                          <a:effectLst/>
                          <a:latin typeface="TH SarabunPSK" panose="020B0500040200020003" pitchFamily="34" charset="-34"/>
                          <a:ea typeface="MS UI Gothic" panose="020B0600070205080204" pitchFamily="34" charset="-128"/>
                          <a:cs typeface="TH SarabunPSK" panose="020B0500040200020003" pitchFamily="34" charset="-34"/>
                        </a:rPr>
                        <a:t>Precision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marL="0" marR="0" algn="ctr">
                        <a:spcBef>
                          <a:spcPts val="0"/>
                        </a:spcBef>
                        <a:spcAft>
                          <a:spcPts val="0"/>
                        </a:spcAft>
                      </a:pPr>
                      <a:r>
                        <a:rPr lang="en-US" sz="3200" kern="100" dirty="0">
                          <a:solidFill>
                            <a:schemeClr val="bg1"/>
                          </a:solidFill>
                          <a:effectLst/>
                          <a:latin typeface="TH SarabunPSK" panose="020B0500040200020003" pitchFamily="34" charset="-34"/>
                          <a:ea typeface="MS UI Gothic" panose="020B0600070205080204" pitchFamily="34" charset="-128"/>
                          <a:cs typeface="TH SarabunPSK" panose="020B0500040200020003" pitchFamily="34" charset="-34"/>
                        </a:rPr>
                        <a:t>Recall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marL="0" marR="0" algn="ctr">
                        <a:spcBef>
                          <a:spcPts val="0"/>
                        </a:spcBef>
                        <a:spcAft>
                          <a:spcPts val="0"/>
                        </a:spcAft>
                      </a:pPr>
                      <a:r>
                        <a:rPr lang="en-US" sz="3200" kern="100" dirty="0">
                          <a:solidFill>
                            <a:schemeClr val="bg1"/>
                          </a:solidFill>
                          <a:effectLst/>
                          <a:latin typeface="TH SarabunPSK" panose="020B0500040200020003" pitchFamily="34" charset="-34"/>
                          <a:ea typeface="MS UI Gothic" panose="020B0600070205080204" pitchFamily="34" charset="-128"/>
                          <a:cs typeface="TH SarabunPSK" panose="020B0500040200020003" pitchFamily="34" charset="-34"/>
                        </a:rPr>
                        <a:t>F 1 Score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marL="0" marR="0" algn="ctr">
                        <a:spcBef>
                          <a:spcPts val="0"/>
                        </a:spcBef>
                        <a:spcAft>
                          <a:spcPts val="0"/>
                        </a:spcAft>
                      </a:pPr>
                      <a:endParaRPr lang="en-US" sz="3200" kern="100" dirty="0">
                        <a:solidFill>
                          <a:schemeClr val="bg1"/>
                        </a:solidFill>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595518576"/>
                  </a:ext>
                </a:extLst>
              </a:tr>
              <a:tr h="453622">
                <a:tc>
                  <a:txBody>
                    <a:bodyPr/>
                    <a:lstStyle/>
                    <a:p>
                      <a:pPr marL="0" marR="0" indent="0" algn="ctr">
                        <a:spcBef>
                          <a:spcPts val="0"/>
                        </a:spcBef>
                        <a:spcAft>
                          <a:spcPts val="0"/>
                        </a:spcAft>
                      </a:pPr>
                      <a:r>
                        <a:rPr lang="en-US" sz="3200" kern="100" dirty="0">
                          <a:solidFill>
                            <a:schemeClr val="bg1"/>
                          </a:solidFill>
                          <a:effectLst/>
                          <a:latin typeface="TH SarabunPSK" panose="020B0500040200020003" pitchFamily="34" charset="-34"/>
                          <a:ea typeface="MS UI Gothic" panose="020B0600070205080204" pitchFamily="34" charset="-128"/>
                          <a:cs typeface="TH SarabunPSK" panose="020B0500040200020003" pitchFamily="34" charset="-34"/>
                        </a:rPr>
                        <a:t>TF - IDF</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marL="0" marR="0" indent="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0653253"/>
                  </a:ext>
                </a:extLst>
              </a:tr>
              <a:tr h="453622">
                <a:tc>
                  <a:txBody>
                    <a:bodyPr/>
                    <a:lstStyle/>
                    <a:p>
                      <a:pPr marL="0" marR="0" algn="ctr">
                        <a:spcBef>
                          <a:spcPts val="0"/>
                        </a:spcBef>
                        <a:spcAft>
                          <a:spcPts val="0"/>
                        </a:spcAft>
                      </a:pPr>
                      <a:r>
                        <a:rPr lang="en-US" sz="3200" kern="100" dirty="0">
                          <a:solidFill>
                            <a:schemeClr val="bg1"/>
                          </a:solidFill>
                          <a:effectLst/>
                          <a:latin typeface="TH SarabunPSK" panose="020B0500040200020003" pitchFamily="34" charset="-34"/>
                          <a:ea typeface="MS UI Gothic" panose="020B0600070205080204" pitchFamily="34" charset="-128"/>
                          <a:cs typeface="TH SarabunPSK" panose="020B0500040200020003" pitchFamily="34" charset="-34"/>
                        </a:rPr>
                        <a:t>Baseline BERT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0206093"/>
                  </a:ext>
                </a:extLst>
              </a:tr>
              <a:tr h="453622">
                <a:tc>
                  <a:txBody>
                    <a:bodyPr/>
                    <a:lstStyle/>
                    <a:p>
                      <a:pPr marL="0" marR="0" algn="ctr">
                        <a:spcBef>
                          <a:spcPts val="0"/>
                        </a:spcBef>
                        <a:spcAft>
                          <a:spcPts val="0"/>
                        </a:spcAft>
                      </a:pPr>
                      <a:r>
                        <a:rPr lang="en-US" sz="3200" kern="100" dirty="0">
                          <a:solidFill>
                            <a:schemeClr val="bg1"/>
                          </a:solidFill>
                          <a:effectLst/>
                          <a:latin typeface="TH SarabunPSK" panose="020B0500040200020003" pitchFamily="34" charset="-34"/>
                          <a:ea typeface="MS UI Gothic" panose="020B0600070205080204" pitchFamily="34" charset="-128"/>
                          <a:cs typeface="TH SarabunPSK" panose="020B0500040200020003" pitchFamily="34" charset="-34"/>
                        </a:rPr>
                        <a:t>BERT + Knowledge Graph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3728674"/>
                  </a:ext>
                </a:extLst>
              </a:tr>
              <a:tr h="453622">
                <a:tc>
                  <a:txBody>
                    <a:bodyPr/>
                    <a:lstStyle/>
                    <a:p>
                      <a:pPr marL="0" marR="0" algn="ctr">
                        <a:spcBef>
                          <a:spcPts val="0"/>
                        </a:spcBef>
                        <a:spcAft>
                          <a:spcPts val="0"/>
                        </a:spcAft>
                      </a:pPr>
                      <a:r>
                        <a:rPr lang="en-US" sz="3200" kern="100" dirty="0">
                          <a:solidFill>
                            <a:schemeClr val="bg1"/>
                          </a:solidFill>
                          <a:effectLst/>
                          <a:latin typeface="TH SarabunPSK" panose="020B0500040200020003" pitchFamily="34" charset="-34"/>
                          <a:ea typeface="MS UI Gothic" panose="020B0600070205080204" pitchFamily="34" charset="-128"/>
                          <a:cs typeface="TH SarabunPSK" panose="020B0500040200020003" pitchFamily="34" charset="-34"/>
                        </a:rPr>
                        <a:t>Multi Agent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3200" kern="100" dirty="0">
                        <a:effectLst/>
                        <a:latin typeface="TH SarabunPSK" panose="020B0500040200020003" pitchFamily="34" charset="-34"/>
                        <a:ea typeface="MS UI Gothic" panose="020B0600070205080204" pitchFamily="34" charset="-128"/>
                        <a:cs typeface="TH SarabunPSK" panose="020B0500040200020003" pitchFamily="34" charset="-3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7967691"/>
                  </a:ext>
                </a:extLst>
              </a:tr>
            </a:tbl>
          </a:graphicData>
        </a:graphic>
      </p:graphicFrame>
      <p:pic>
        <p:nvPicPr>
          <p:cNvPr id="6" name="Picture 5" descr="A graph of a number of cases&#10;&#10;AI-generated content may be incorrect.">
            <a:extLst>
              <a:ext uri="{FF2B5EF4-FFF2-40B4-BE49-F238E27FC236}">
                <a16:creationId xmlns:a16="http://schemas.microsoft.com/office/drawing/2014/main" id="{2C8C4FA9-43F5-AF9D-CFDC-FA2E1A58AB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8161" y="11934995"/>
            <a:ext cx="10143693" cy="7190381"/>
          </a:xfrm>
          <a:prstGeom prst="rect">
            <a:avLst/>
          </a:prstGeom>
        </p:spPr>
      </p:pic>
    </p:spTree>
    <p:extLst>
      <p:ext uri="{BB962C8B-B14F-4D97-AF65-F5344CB8AC3E}">
        <p14:creationId xmlns:p14="http://schemas.microsoft.com/office/powerpoint/2010/main" val="1636352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1466</TotalTime>
  <Words>583</Words>
  <Application>Microsoft Office PowerPoint</Application>
  <PresentationFormat>Custom</PresentationFormat>
  <Paragraphs>60</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TH SarabunPSK</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Peerayot Sanposh</dc:creator>
  <cp:lastModifiedBy>Ngwaru Munodawafa</cp:lastModifiedBy>
  <cp:revision>33</cp:revision>
  <dcterms:created xsi:type="dcterms:W3CDTF">2020-03-30T16:23:10Z</dcterms:created>
  <dcterms:modified xsi:type="dcterms:W3CDTF">2025-10-24T10:47:21Z</dcterms:modified>
</cp:coreProperties>
</file>